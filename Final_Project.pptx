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24"/>
  </p:notesMasterIdLst>
  <p:handoutMasterIdLst>
    <p:handoutMasterId r:id="rId25"/>
  </p:handoutMasterIdLst>
  <p:sldIdLst>
    <p:sldId id="256" r:id="rId3"/>
    <p:sldId id="299" r:id="rId4"/>
    <p:sldId id="305" r:id="rId5"/>
    <p:sldId id="306" r:id="rId6"/>
    <p:sldId id="307" r:id="rId7"/>
    <p:sldId id="308" r:id="rId8"/>
    <p:sldId id="309" r:id="rId9"/>
    <p:sldId id="311" r:id="rId10"/>
    <p:sldId id="312" r:id="rId11"/>
    <p:sldId id="313" r:id="rId12"/>
    <p:sldId id="314" r:id="rId13"/>
    <p:sldId id="315" r:id="rId14"/>
    <p:sldId id="316" r:id="rId15"/>
    <p:sldId id="317" r:id="rId16"/>
    <p:sldId id="318" r:id="rId17"/>
    <p:sldId id="319" r:id="rId18"/>
    <p:sldId id="320" r:id="rId19"/>
    <p:sldId id="321" r:id="rId20"/>
    <p:sldId id="322" r:id="rId21"/>
    <p:sldId id="323" r:id="rId22"/>
    <p:sldId id="285" r:id="rId23"/>
  </p:sldIdLst>
  <p:sldSz cx="12192000" cy="6858000"/>
  <p:notesSz cx="9144000" cy="6858000"/>
  <p:defaultTextStyle>
    <a:defPPr>
      <a:defRPr lang="zh-CN"/>
    </a:defPPr>
    <a:lvl1pPr marL="0" lvl="0"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Calibri" panose="020F0502020204030204" pitchFamily="34" charset="0"/>
        <a:ea typeface="SimSun" pitchFamily="2" charset="-122"/>
        <a:cs typeface="+mn-cs"/>
      </a:defRPr>
    </a:lvl1pPr>
    <a:lvl2pPr marL="457200" lvl="1"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Calibri" panose="020F0502020204030204" pitchFamily="34" charset="0"/>
        <a:ea typeface="SimSun" pitchFamily="2" charset="-122"/>
        <a:cs typeface="+mn-cs"/>
      </a:defRPr>
    </a:lvl2pPr>
    <a:lvl3pPr marL="914400" lvl="2"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Calibri" panose="020F0502020204030204" pitchFamily="34" charset="0"/>
        <a:ea typeface="SimSun" pitchFamily="2" charset="-122"/>
        <a:cs typeface="+mn-cs"/>
      </a:defRPr>
    </a:lvl3pPr>
    <a:lvl4pPr marL="1371600" lvl="3"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Calibri" panose="020F0502020204030204" pitchFamily="34" charset="0"/>
        <a:ea typeface="SimSun" pitchFamily="2" charset="-122"/>
        <a:cs typeface="+mn-cs"/>
      </a:defRPr>
    </a:lvl4pPr>
    <a:lvl5pPr marL="1828800" lvl="4"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Calibri" panose="020F0502020204030204" pitchFamily="34" charset="0"/>
        <a:ea typeface="SimSun" pitchFamily="2" charset="-122"/>
        <a:cs typeface="+mn-cs"/>
      </a:defRPr>
    </a:lvl5pPr>
    <a:lvl6pPr marL="2286000" lvl="5"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Calibri" panose="020F0502020204030204" pitchFamily="34" charset="0"/>
        <a:ea typeface="SimSun" pitchFamily="2" charset="-122"/>
        <a:cs typeface="+mn-cs"/>
      </a:defRPr>
    </a:lvl6pPr>
    <a:lvl7pPr marL="2743200" lvl="6"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Calibri" panose="020F0502020204030204" pitchFamily="34" charset="0"/>
        <a:ea typeface="SimSun" pitchFamily="2" charset="-122"/>
        <a:cs typeface="+mn-cs"/>
      </a:defRPr>
    </a:lvl7pPr>
    <a:lvl8pPr marL="3200400" lvl="7"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Calibri" panose="020F0502020204030204" pitchFamily="34" charset="0"/>
        <a:ea typeface="SimSun" pitchFamily="2" charset="-122"/>
        <a:cs typeface="+mn-cs"/>
      </a:defRPr>
    </a:lvl8pPr>
    <a:lvl9pPr marL="3657600" lvl="8"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Calibri" panose="020F0502020204030204" pitchFamily="34" charset="0"/>
        <a:ea typeface="SimSun" pitchFamily="2" charset="-122"/>
        <a:cs typeface="+mn-cs"/>
      </a:defRPr>
    </a:lvl9pPr>
  </p:defaultTextStyle>
  <p:extLst>
    <p:ext uri="{EFAFB233-063F-42B5-8137-9DF3F51BA10A}">
      <p15:sldGuideLst xmlns:p15="http://schemas.microsoft.com/office/powerpoint/2012/main">
        <p15:guide id="1" orient="horz" pos="2160" userDrawn="1">
          <p15:clr>
            <a:srgbClr val="A4A3A4"/>
          </p15:clr>
        </p15:guide>
        <p15:guide id="2" pos="3798"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40404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showOutlineIcons="0">
    <p:restoredLeft sz="15620"/>
    <p:restoredTop sz="94660"/>
  </p:normalViewPr>
  <p:slideViewPr>
    <p:cSldViewPr snapToGrid="0" showGuides="1">
      <p:cViewPr>
        <p:scale>
          <a:sx n="66" d="100"/>
          <a:sy n="66" d="100"/>
        </p:scale>
        <p:origin x="222" y="-6"/>
      </p:cViewPr>
      <p:guideLst>
        <p:guide orient="horz" pos="2160"/>
        <p:guide pos="3798"/>
      </p:guideLst>
    </p:cSldViewPr>
  </p:slideViewPr>
  <p:notesTextViewPr>
    <p:cViewPr>
      <p:scale>
        <a:sx n="1" d="1"/>
        <a:sy n="1" d="1"/>
      </p:scale>
      <p:origin x="0" y="0"/>
    </p:cViewPr>
  </p:notesTextViewPr>
  <p:sorterViewPr showFormatting="0">
    <p:cViewPr>
      <p:scale>
        <a:sx n="100" d="100"/>
        <a:sy n="100" d="100"/>
      </p:scale>
      <p:origin x="0" y="-11064"/>
    </p:cViewPr>
  </p:sorter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7.xml"/><Relationship Id="rId8" Type="http://schemas.openxmlformats.org/officeDocument/2006/relationships/slide" Target="slides/slide6.xml"/><Relationship Id="rId7" Type="http://schemas.openxmlformats.org/officeDocument/2006/relationships/slide" Target="slides/slide5.xml"/><Relationship Id="rId6" Type="http://schemas.openxmlformats.org/officeDocument/2006/relationships/slide" Target="slides/slide4.xml"/><Relationship Id="rId5" Type="http://schemas.openxmlformats.org/officeDocument/2006/relationships/slide" Target="slides/slide3.xml"/><Relationship Id="rId4" Type="http://schemas.openxmlformats.org/officeDocument/2006/relationships/slide" Target="slides/slide2.xml"/><Relationship Id="rId3" Type="http://schemas.openxmlformats.org/officeDocument/2006/relationships/slide" Target="slides/slide1.xml"/><Relationship Id="rId28" Type="http://schemas.openxmlformats.org/officeDocument/2006/relationships/tableStyles" Target="tableStyles.xml"/><Relationship Id="rId27" Type="http://schemas.openxmlformats.org/officeDocument/2006/relationships/viewProps" Target="viewProps.xml"/><Relationship Id="rId26" Type="http://schemas.openxmlformats.org/officeDocument/2006/relationships/presProps" Target="presProps.xml"/><Relationship Id="rId25" Type="http://schemas.openxmlformats.org/officeDocument/2006/relationships/handoutMaster" Target="handoutMasters/handoutMaster1.xml"/><Relationship Id="rId24" Type="http://schemas.openxmlformats.org/officeDocument/2006/relationships/notesMaster" Target="notesMasters/notesMaster1.xml"/><Relationship Id="rId23" Type="http://schemas.openxmlformats.org/officeDocument/2006/relationships/slide" Target="slides/slide21.xml"/><Relationship Id="rId22" Type="http://schemas.openxmlformats.org/officeDocument/2006/relationships/slide" Target="slides/slide20.xml"/><Relationship Id="rId21" Type="http://schemas.openxmlformats.org/officeDocument/2006/relationships/slide" Target="slides/slide19.xml"/><Relationship Id="rId20" Type="http://schemas.openxmlformats.org/officeDocument/2006/relationships/slide" Target="slides/slide18.xml"/><Relationship Id="rId2" Type="http://schemas.openxmlformats.org/officeDocument/2006/relationships/theme" Target="theme/theme1.xml"/><Relationship Id="rId19" Type="http://schemas.openxmlformats.org/officeDocument/2006/relationships/slide" Target="slides/slide17.xml"/><Relationship Id="rId18" Type="http://schemas.openxmlformats.org/officeDocument/2006/relationships/slide" Target="slides/slide16.xml"/><Relationship Id="rId17" Type="http://schemas.openxmlformats.org/officeDocument/2006/relationships/slide" Target="slides/slide15.xml"/><Relationship Id="rId16" Type="http://schemas.openxmlformats.org/officeDocument/2006/relationships/slide" Target="slides/slide14.xml"/><Relationship Id="rId15" Type="http://schemas.openxmlformats.org/officeDocument/2006/relationships/slide" Target="slides/slide13.xml"/><Relationship Id="rId14" Type="http://schemas.openxmlformats.org/officeDocument/2006/relationships/slide" Target="slides/slide12.xml"/><Relationship Id="rId13" Type="http://schemas.openxmlformats.org/officeDocument/2006/relationships/slide" Target="slides/slide11.xml"/><Relationship Id="rId12" Type="http://schemas.openxmlformats.org/officeDocument/2006/relationships/slide" Target="slides/slide10.xml"/><Relationship Id="rId11" Type="http://schemas.openxmlformats.org/officeDocument/2006/relationships/slide" Target="slides/slide9.xml"/><Relationship Id="rId10" Type="http://schemas.openxmlformats.org/officeDocument/2006/relationships/slide" Target="slides/slide8.xml"/><Relationship Id="rId1" Type="http://schemas.openxmlformats.org/officeDocument/2006/relationships/slideMaster" Target="slideMasters/slide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p:sp>
        <p:nvSpPr>
          <p:cNvPr id="2" name="页眉占位符 1"/>
          <p:cNvSpPr>
            <a:spLocks noGrp="1"/>
          </p:cNvSpPr>
          <p:nvPr>
            <p:ph type="hdr" sz="quarter"/>
          </p:nvPr>
        </p:nvSpPr>
        <p:spPr>
          <a:xfrm>
            <a:off x="0" y="0"/>
            <a:ext cx="3962400" cy="344091"/>
          </a:xfrm>
          <a:prstGeom prst="rect">
            <a:avLst/>
          </a:prstGeom>
        </p:spPr>
        <p:txBody>
          <a:bodyPr vert="horz" lIns="91440" tIns="45720" rIns="91440" bIns="45720" rtlCol="0"/>
          <a:lstStyle>
            <a:lvl1pPr algn="l">
              <a:defRPr sz="1600"/>
            </a:lvl1pPr>
          </a:lstStyle>
          <a:p>
            <a:pPr fontAlgn="base"/>
            <a:endParaRPr lang="zh-CN" altLang="en-US" strike="noStrike" noProof="1"/>
          </a:p>
        </p:txBody>
      </p:sp>
      <p:sp>
        <p:nvSpPr>
          <p:cNvPr id="3" name="日期占位符 2"/>
          <p:cNvSpPr>
            <a:spLocks noGrp="1"/>
          </p:cNvSpPr>
          <p:nvPr>
            <p:ph type="dt" sz="quarter" idx="1"/>
          </p:nvPr>
        </p:nvSpPr>
        <p:spPr>
          <a:xfrm>
            <a:off x="5179484" y="0"/>
            <a:ext cx="3962400" cy="344091"/>
          </a:xfrm>
          <a:prstGeom prst="rect">
            <a:avLst/>
          </a:prstGeom>
        </p:spPr>
        <p:txBody>
          <a:bodyPr vert="horz" lIns="91440" tIns="45720" rIns="91440" bIns="45720" rtlCol="0"/>
          <a:lstStyle>
            <a:lvl1pPr algn="r">
              <a:defRPr sz="1600"/>
            </a:lvl1pPr>
          </a:lstStyle>
          <a:p>
            <a:pPr fontAlgn="base"/>
            <a:fld id="{0F9B84EA-7D68-4D60-9CB1-D50884785D1C}" type="datetimeFigureOut">
              <a:rPr lang="zh-CN" altLang="en-US" strike="noStrike" noProof="1" smtClean="0">
                <a:latin typeface="Calibri" panose="020F0502020204030204" pitchFamily="34" charset="0"/>
                <a:ea typeface="SimSun" pitchFamily="2" charset="-122"/>
                <a:cs typeface="+mn-cs"/>
              </a:rPr>
            </a:fld>
            <a:endParaRPr lang="zh-CN" altLang="en-US" strike="noStrike" noProof="1"/>
          </a:p>
        </p:txBody>
      </p:sp>
      <p:sp>
        <p:nvSpPr>
          <p:cNvPr id="4" name="页脚占位符 3"/>
          <p:cNvSpPr>
            <a:spLocks noGrp="1"/>
          </p:cNvSpPr>
          <p:nvPr>
            <p:ph type="ftr" sz="quarter" idx="2"/>
          </p:nvPr>
        </p:nvSpPr>
        <p:spPr>
          <a:xfrm>
            <a:off x="0" y="6513910"/>
            <a:ext cx="3962400" cy="344091"/>
          </a:xfrm>
          <a:prstGeom prst="rect">
            <a:avLst/>
          </a:prstGeom>
        </p:spPr>
        <p:txBody>
          <a:bodyPr vert="horz" lIns="91440" tIns="45720" rIns="91440" bIns="45720" rtlCol="0" anchor="b"/>
          <a:lstStyle>
            <a:lvl1pPr algn="l">
              <a:defRPr sz="1600"/>
            </a:lvl1pPr>
          </a:lstStyle>
          <a:p>
            <a:pPr fontAlgn="base"/>
            <a:endParaRPr lang="zh-CN" altLang="en-US" strike="noStrike" noProof="1"/>
          </a:p>
        </p:txBody>
      </p:sp>
      <p:sp>
        <p:nvSpPr>
          <p:cNvPr id="5" name="灯片编号占位符 4"/>
          <p:cNvSpPr>
            <a:spLocks noGrp="1"/>
          </p:cNvSpPr>
          <p:nvPr>
            <p:ph type="sldNum" sz="quarter" idx="3"/>
          </p:nvPr>
        </p:nvSpPr>
        <p:spPr>
          <a:xfrm>
            <a:off x="5179484" y="6513910"/>
            <a:ext cx="3962400" cy="344091"/>
          </a:xfrm>
          <a:prstGeom prst="rect">
            <a:avLst/>
          </a:prstGeom>
        </p:spPr>
        <p:txBody>
          <a:bodyPr vert="horz" lIns="91440" tIns="45720" rIns="91440" bIns="45720" rtlCol="0" anchor="b"/>
          <a:lstStyle>
            <a:lvl1pPr algn="r">
              <a:defRPr sz="1600"/>
            </a:lvl1pPr>
          </a:lstStyle>
          <a:p>
            <a:pPr fontAlgn="base"/>
            <a:fld id="{8D4E0FC9-F1F8-4FAE-9988-3BA365CFD46F}" type="slidenum">
              <a:rPr lang="zh-CN" altLang="en-US" strike="noStrike" noProof="1" smtClean="0">
                <a:latin typeface="Calibri" panose="020F0502020204030204" pitchFamily="34" charset="0"/>
                <a:ea typeface="SimSun" pitchFamily="2" charset="-122"/>
                <a:cs typeface="+mn-cs"/>
              </a:rPr>
            </a:fld>
            <a:endParaRPr lang="zh-CN" altLang="en-US" strike="noStrike" noProof="1"/>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p:sp>
        <p:nvSpPr>
          <p:cNvPr id="2" name="页眉占位符 1"/>
          <p:cNvSpPr>
            <a:spLocks noGrp="1"/>
          </p:cNvSpPr>
          <p:nvPr>
            <p:ph type="hdr" sz="quarter"/>
          </p:nvPr>
        </p:nvSpPr>
        <p:spPr>
          <a:xfrm>
            <a:off x="0" y="0"/>
            <a:ext cx="3962400" cy="344091"/>
          </a:xfrm>
          <a:prstGeom prst="rect">
            <a:avLst/>
          </a:prstGeom>
        </p:spPr>
        <p:txBody>
          <a:bodyPr vert="horz" lIns="91440" tIns="45720" rIns="91440" bIns="45720" rtlCol="0"/>
          <a:lstStyle>
            <a:lvl1pPr algn="l">
              <a:defRPr sz="1200"/>
            </a:lvl1pPr>
          </a:lstStyle>
          <a:p>
            <a:pPr fontAlgn="base"/>
            <a:endParaRPr lang="zh-CN" altLang="en-US" strike="noStrike" noProof="1"/>
          </a:p>
        </p:txBody>
      </p:sp>
      <p:sp>
        <p:nvSpPr>
          <p:cNvPr id="3" name="日期占位符 2"/>
          <p:cNvSpPr>
            <a:spLocks noGrp="1"/>
          </p:cNvSpPr>
          <p:nvPr>
            <p:ph type="dt" idx="1"/>
          </p:nvPr>
        </p:nvSpPr>
        <p:spPr>
          <a:xfrm>
            <a:off x="5179484" y="0"/>
            <a:ext cx="3962400" cy="344091"/>
          </a:xfrm>
          <a:prstGeom prst="rect">
            <a:avLst/>
          </a:prstGeom>
        </p:spPr>
        <p:txBody>
          <a:bodyPr vert="horz" lIns="91440" tIns="45720" rIns="91440" bIns="45720" rtlCol="0"/>
          <a:lstStyle>
            <a:lvl1pPr algn="r">
              <a:defRPr sz="1200"/>
            </a:lvl1pPr>
          </a:lstStyle>
          <a:p>
            <a:pPr fontAlgn="base"/>
            <a:fld id="{D2A48B96-639E-45A3-A0BA-2464DFDB1FAA}" type="datetimeFigureOut">
              <a:rPr lang="zh-CN" altLang="en-US" strike="noStrike" noProof="1" smtClean="0">
                <a:latin typeface="Calibri" panose="020F0502020204030204" pitchFamily="34" charset="0"/>
                <a:ea typeface="SimSun" pitchFamily="2" charset="-122"/>
                <a:cs typeface="+mn-cs"/>
              </a:rPr>
            </a:fld>
            <a:endParaRPr lang="zh-CN" altLang="en-US" strike="noStrike" noProof="1"/>
          </a:p>
        </p:txBody>
      </p:sp>
      <p:sp>
        <p:nvSpPr>
          <p:cNvPr id="3076" name="幻灯片图像占位符 3"/>
          <p:cNvSpPr>
            <a:spLocks noGrp="1" noRot="1" noChangeAspect="1"/>
          </p:cNvSpPr>
          <p:nvPr>
            <p:ph type="sldImg"/>
          </p:nvPr>
        </p:nvSpPr>
        <p:spPr>
          <a:xfrm>
            <a:off x="2514600" y="857250"/>
            <a:ext cx="4114800" cy="2314575"/>
          </a:xfrm>
          <a:prstGeom prst="rect">
            <a:avLst/>
          </a:prstGeom>
          <a:noFill/>
          <a:ln w="12700" cap="flat" cmpd="sng">
            <a:solidFill>
              <a:srgbClr val="000000"/>
            </a:solidFill>
            <a:prstDash val="solid"/>
            <a:round/>
            <a:headEnd type="none" w="med" len="med"/>
            <a:tailEnd type="none" w="med" len="med"/>
          </a:ln>
        </p:spPr>
      </p:sp>
      <p:sp>
        <p:nvSpPr>
          <p:cNvPr id="3077" name="备注占位符 4"/>
          <p:cNvSpPr>
            <a:spLocks noGrp="1"/>
          </p:cNvSpPr>
          <p:nvPr>
            <p:ph type="body" sz="quarter"/>
          </p:nvPr>
        </p:nvSpPr>
        <p:spPr>
          <a:xfrm>
            <a:off x="914400" y="3300413"/>
            <a:ext cx="7315200" cy="2700338"/>
          </a:xfrm>
          <a:prstGeom prst="rect">
            <a:avLst/>
          </a:prstGeom>
          <a:noFill/>
          <a:ln w="9525">
            <a:noFill/>
          </a:ln>
        </p:spPr>
        <p:txBody>
          <a:bodyPr lIns="91440" tIns="45720" rIns="91440" bIns="45720" anchor="t"/>
          <a:p>
            <a:pPr lvl="0"/>
            <a:r>
              <a:rPr lang="zh-CN" altLang="en-US" dirty="0"/>
              <a:t>Click to edit Master text style</a:t>
            </a:r>
            <a:endParaRPr lang="zh-CN" altLang="en-US" dirty="0"/>
          </a:p>
          <a:p>
            <a:pPr lvl="1" indent="0"/>
            <a:r>
              <a:rPr lang="zh-CN" altLang="en-US" dirty="0"/>
              <a:t>Second level</a:t>
            </a:r>
            <a:endParaRPr lang="zh-CN" altLang="en-US" dirty="0"/>
          </a:p>
          <a:p>
            <a:pPr lvl="2" indent="0"/>
            <a:r>
              <a:rPr lang="zh-CN" altLang="en-US" dirty="0"/>
              <a:t>Third level</a:t>
            </a:r>
            <a:endParaRPr lang="zh-CN" altLang="en-US" dirty="0"/>
          </a:p>
          <a:p>
            <a:pPr lvl="3" indent="0"/>
            <a:r>
              <a:rPr lang="zh-CN" altLang="en-US" dirty="0"/>
              <a:t>Fourth level</a:t>
            </a:r>
            <a:endParaRPr lang="zh-CN" altLang="en-US" dirty="0"/>
          </a:p>
          <a:p>
            <a:pPr lvl="4" indent="0"/>
            <a:r>
              <a:rPr lang="zh-CN" altLang="en-US" dirty="0"/>
              <a:t>Fifth level</a:t>
            </a:r>
            <a:endParaRPr lang="zh-CN" altLang="en-US"/>
          </a:p>
        </p:txBody>
      </p:sp>
      <p:sp>
        <p:nvSpPr>
          <p:cNvPr id="6" name="页脚占位符 5"/>
          <p:cNvSpPr>
            <a:spLocks noGrp="1"/>
          </p:cNvSpPr>
          <p:nvPr>
            <p:ph type="ftr" sz="quarter" idx="4"/>
          </p:nvPr>
        </p:nvSpPr>
        <p:spPr>
          <a:xfrm>
            <a:off x="0" y="6513910"/>
            <a:ext cx="3962400" cy="344091"/>
          </a:xfrm>
          <a:prstGeom prst="rect">
            <a:avLst/>
          </a:prstGeom>
        </p:spPr>
        <p:txBody>
          <a:bodyPr vert="horz" lIns="91440" tIns="45720" rIns="91440" bIns="45720" rtlCol="0" anchor="b"/>
          <a:lstStyle>
            <a:lvl1pPr algn="l">
              <a:defRPr sz="1200"/>
            </a:lvl1pPr>
          </a:lstStyle>
          <a:p>
            <a:pPr fontAlgn="base"/>
            <a:endParaRPr lang="zh-CN" altLang="en-US" strike="noStrike" noProof="1"/>
          </a:p>
        </p:txBody>
      </p:sp>
      <p:sp>
        <p:nvSpPr>
          <p:cNvPr id="7" name="灯片编号占位符 6"/>
          <p:cNvSpPr>
            <a:spLocks noGrp="1"/>
          </p:cNvSpPr>
          <p:nvPr>
            <p:ph type="sldNum" sz="quarter" idx="5"/>
          </p:nvPr>
        </p:nvSpPr>
        <p:spPr>
          <a:xfrm>
            <a:off x="5179484" y="6513910"/>
            <a:ext cx="3962400" cy="344091"/>
          </a:xfrm>
          <a:prstGeom prst="rect">
            <a:avLst/>
          </a:prstGeom>
        </p:spPr>
        <p:txBody>
          <a:bodyPr vert="horz" lIns="91440" tIns="45720" rIns="91440" bIns="45720" rtlCol="0" anchor="b"/>
          <a:lstStyle>
            <a:lvl1pPr algn="r">
              <a:defRPr sz="1200"/>
            </a:lvl1pPr>
          </a:lstStyle>
          <a:p>
            <a:pPr fontAlgn="base"/>
            <a:fld id="{A6837353-30EB-4A48-80EB-173D804AEFBD}" type="slidenum">
              <a:rPr lang="zh-CN" altLang="en-US" strike="noStrike" noProof="1" smtClean="0">
                <a:latin typeface="Calibri" panose="020F0502020204030204" pitchFamily="34" charset="0"/>
                <a:ea typeface="SimSun" pitchFamily="2" charset="-122"/>
                <a:cs typeface="+mn-cs"/>
              </a:rPr>
            </a:fld>
            <a:endParaRPr lang="zh-CN" altLang="en-US" strike="noStrike" noProof="1"/>
          </a:p>
        </p:txBody>
      </p:sp>
    </p:spTree>
  </p:cSld>
  <p:clrMap bg1="lt1" tx1="dk1" bg2="lt2" tx2="dk2" accent1="accent1" accent2="accent2" accent3="accent3" accent4="accent4" accent5="accent5" accent6="accent6" hlink="hlink" folHlink="folHlink"/>
  <p:hf sldNum="0"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122363"/>
            <a:ext cx="9144000" cy="2387600"/>
          </a:xfrm>
        </p:spPr>
        <p:txBody>
          <a:bodyPr anchor="b"/>
          <a:lstStyle>
            <a:lvl1pPr algn="ctr">
              <a:defRPr sz="6000"/>
            </a:lvl1pPr>
          </a:lstStyle>
          <a:p>
            <a:pPr fontAlgn="auto"/>
            <a:r>
              <a:rPr lang="zh-CN" altLang="en-US" strike="noStrike" noProof="1" smtClean="0"/>
              <a:t>Click to edit Master title style</a:t>
            </a:r>
            <a:endParaRPr lang="zh-CN" altLang="en-US" strike="noStrike" noProof="1" smtClean="0"/>
          </a:p>
        </p:txBody>
      </p:sp>
      <p:sp>
        <p:nvSpPr>
          <p:cNvPr id="3" name="副标题 2"/>
          <p:cNvSpPr>
            <a:spLocks noGrp="1"/>
          </p:cNvSpPr>
          <p:nvPr>
            <p:ph type="subTitle" idx="1" hasCustomPrompt="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fontAlgn="auto"/>
            <a:r>
              <a:rPr lang="zh-CN" altLang="en-US" strike="noStrike" noProof="1" smtClean="0"/>
              <a:t>Click to edit Master title style</a:t>
            </a:r>
            <a:endParaRPr lang="zh-CN" altLang="en-US" strike="noStrike" noProof="1" smtClean="0"/>
          </a:p>
        </p:txBody>
      </p:sp>
      <p:sp>
        <p:nvSpPr>
          <p:cNvPr id="4" name="Date Placeholder 3"/>
          <p:cNvSpPr>
            <a:spLocks noGrp="1"/>
          </p:cNvSpPr>
          <p:nvPr>
            <p:ph type="dt" sz="half" idx="10"/>
          </p:nvPr>
        </p:nvSpPr>
        <p:spPr/>
        <p:txBody>
          <a:bodyPr/>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mn-lt"/>
              <a:ea typeface="+mn-ea"/>
              <a:cs typeface="+mn-cs"/>
            </a:endParaRPr>
          </a:p>
        </p:txBody>
      </p:sp>
      <p:sp>
        <p:nvSpPr>
          <p:cNvPr id="5" name="Footer Placeholder 4"/>
          <p:cNvSpPr>
            <a:spLocks noGrp="1"/>
          </p:cNvSpPr>
          <p:nvPr>
            <p:ph type="ftr" sz="quarter" idx="11"/>
          </p:nvPr>
        </p:nvSpPr>
        <p:spPr/>
        <p:txBody>
          <a:bodyPr/>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mn-lt"/>
              <a:ea typeface="+mn-ea"/>
              <a:cs typeface="+mn-cs"/>
            </a:endParaRPr>
          </a:p>
        </p:txBody>
      </p:sp>
      <p:sp>
        <p:nvSpPr>
          <p:cNvPr id="6" name="Slide Number Placeholder 5"/>
          <p:cNvSpPr>
            <a:spLocks noGrp="1"/>
          </p:cNvSpPr>
          <p:nvPr>
            <p:ph type="sldNum" sz="quarter" idx="12"/>
          </p:nvPr>
        </p:nvSpPr>
        <p:spPr/>
        <p:txBody>
          <a:bodyPr/>
          <a:p>
            <a:pPr marL="0" marR="0" lvl="0" indent="0" algn="r" defTabSz="914400" rtl="0" eaLnBrk="1" fontAlgn="auto" latinLnBrk="0" hangingPunct="1">
              <a:lnSpc>
                <a:spcPct val="100000"/>
              </a:lnSpc>
              <a:spcBef>
                <a:spcPts val="0"/>
              </a:spcBef>
              <a:spcAft>
                <a:spcPts val="0"/>
              </a:spcAft>
              <a:buClrTx/>
              <a:buSzTx/>
              <a:buFontTx/>
              <a:buNone/>
              <a:defRPr/>
            </a:pPr>
            <a:fld id="{BEF05245-1089-431C-9CB9-1C9E798A99A0}" type="slidenum">
              <a:rPr kumimoji="0" lang="zh-CN" altLang="en-US" sz="1200" b="0" i="0" u="none" strike="noStrike" kern="1200" cap="none" spc="0" normalizeH="0" baseline="0" noProof="0" smtClean="0">
                <a:ln>
                  <a:noFill/>
                </a:ln>
                <a:solidFill>
                  <a:schemeClr val="tx1">
                    <a:tint val="75000"/>
                  </a:schemeClr>
                </a:solidFill>
                <a:effectLst/>
                <a:uLnTx/>
                <a:uFillTx/>
                <a:latin typeface="+mn-lt"/>
                <a:ea typeface="+mn-ea"/>
                <a:cs typeface="+mn-cs"/>
              </a:rPr>
            </a:fld>
            <a:endParaRPr kumimoji="0" lang="zh-CN" altLang="en-US" sz="1200" b="0" i="0" u="none" strike="noStrike" kern="1200" cap="none" spc="0" normalizeH="0" baseline="0" noProof="0">
              <a:ln>
                <a:noFill/>
              </a:ln>
              <a:solidFill>
                <a:schemeClr val="tx1">
                  <a:tint val="75000"/>
                </a:schemeClr>
              </a:solidFill>
              <a:effectLst/>
              <a:uLnTx/>
              <a:uFillTx/>
              <a:latin typeface="+mn-lt"/>
              <a:ea typeface="+mn-ea"/>
              <a:cs typeface="+mn-cs"/>
            </a:endParaRPr>
          </a:p>
        </p:txBody>
      </p:sp>
    </p:spTree>
  </p:cSld>
  <p:clrMapOvr>
    <a:masterClrMapping/>
  </p:clrMapOvr>
  <p:transition spd="slow">
    <p:wipe/>
  </p:transition>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p:sp>
        <p:nvSpPr>
          <p:cNvPr id="1026" name="标题占位符 1"/>
          <p:cNvSpPr>
            <a:spLocks noGrp="1"/>
          </p:cNvSpPr>
          <p:nvPr>
            <p:ph type="title"/>
          </p:nvPr>
        </p:nvSpPr>
        <p:spPr>
          <a:xfrm>
            <a:off x="838200" y="365125"/>
            <a:ext cx="10515600" cy="1325563"/>
          </a:xfrm>
          <a:prstGeom prst="rect">
            <a:avLst/>
          </a:prstGeom>
          <a:noFill/>
          <a:ln w="9525">
            <a:noFill/>
          </a:ln>
        </p:spPr>
        <p:txBody>
          <a:bodyPr anchor="ctr"/>
          <a:p>
            <a:pPr lvl="0"/>
            <a:r>
              <a:rPr lang="zh-CN" altLang="en-US" dirty="0"/>
              <a:t>Click to edit Master title style</a:t>
            </a:r>
            <a:endParaRPr lang="zh-CN" altLang="en-US" dirty="0"/>
          </a:p>
        </p:txBody>
      </p:sp>
      <p:sp>
        <p:nvSpPr>
          <p:cNvPr id="1027" name="文本占位符 2"/>
          <p:cNvSpPr>
            <a:spLocks noGrp="1"/>
          </p:cNvSpPr>
          <p:nvPr>
            <p:ph type="body"/>
          </p:nvPr>
        </p:nvSpPr>
        <p:spPr>
          <a:xfrm>
            <a:off x="838200" y="1825625"/>
            <a:ext cx="10515600" cy="4351338"/>
          </a:xfrm>
          <a:prstGeom prst="rect">
            <a:avLst/>
          </a:prstGeom>
          <a:noFill/>
          <a:ln w="9525">
            <a:noFill/>
          </a:ln>
        </p:spPr>
        <p:txBody>
          <a:bodyPr anchor="t"/>
          <a:p>
            <a:pPr lvl="0" indent="-228600"/>
            <a:r>
              <a:rPr lang="zh-CN" altLang="en-US" dirty="0"/>
              <a:t>Click to edit Master text style</a:t>
            </a:r>
            <a:endParaRPr lang="zh-CN" altLang="en-US" dirty="0"/>
          </a:p>
          <a:p>
            <a:pPr lvl="1" indent="-228600"/>
            <a:r>
              <a:rPr lang="zh-CN" altLang="en-US" dirty="0"/>
              <a:t>Second level</a:t>
            </a:r>
            <a:endParaRPr lang="zh-CN" altLang="en-US" dirty="0"/>
          </a:p>
          <a:p>
            <a:pPr lvl="2" indent="-228600"/>
            <a:r>
              <a:rPr lang="zh-CN" altLang="en-US" dirty="0"/>
              <a:t>Third level</a:t>
            </a:r>
            <a:endParaRPr lang="zh-CN" altLang="en-US" dirty="0"/>
          </a:p>
          <a:p>
            <a:pPr lvl="3" indent="-228600"/>
            <a:r>
              <a:rPr lang="zh-CN" altLang="en-US" dirty="0"/>
              <a:t>Fourth level</a:t>
            </a:r>
            <a:endParaRPr lang="zh-CN" altLang="en-US" dirty="0"/>
          </a:p>
          <a:p>
            <a:pPr lvl="4" indent="-228600"/>
            <a:r>
              <a:rPr lang="zh-CN" altLang="en-US" dirty="0"/>
              <a:t>Fifth level</a:t>
            </a:r>
            <a:endParaRPr lang="zh-CN" altLang="en-US" dirty="0"/>
          </a:p>
        </p:txBody>
      </p:sp>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mn-lt"/>
              <a:ea typeface="+mn-ea"/>
              <a:cs typeface="+mn-cs"/>
            </a:endParaRPr>
          </a:p>
        </p:txBody>
      </p:sp>
      <p:sp>
        <p:nvSpPr>
          <p:cNvPr id="5" name="页脚占位符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mn-lt"/>
              <a:ea typeface="+mn-ea"/>
              <a:cs typeface="+mn-cs"/>
            </a:endParaRPr>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defRPr/>
            </a:pPr>
            <a:fld id="{BEF05245-1089-431C-9CB9-1C9E798A99A0}" type="slidenum">
              <a:rPr kumimoji="0" lang="zh-CN" altLang="en-US" sz="1200" b="0" i="0" u="none" strike="noStrike" kern="1200" cap="none" spc="0" normalizeH="0" baseline="0" noProof="0" smtClean="0">
                <a:ln>
                  <a:noFill/>
                </a:ln>
                <a:solidFill>
                  <a:schemeClr val="tx1">
                    <a:tint val="75000"/>
                  </a:schemeClr>
                </a:solidFill>
                <a:effectLst/>
                <a:uLnTx/>
                <a:uFillTx/>
                <a:latin typeface="+mn-lt"/>
                <a:ea typeface="+mn-ea"/>
                <a:cs typeface="+mn-cs"/>
              </a:rPr>
            </a:fld>
            <a:endParaRPr kumimoji="0" lang="zh-CN" altLang="en-US" sz="1200" b="0" i="0" u="none" strike="noStrike" kern="1200" cap="none" spc="0" normalizeH="0" baseline="0" noProof="0">
              <a:ln>
                <a:noFill/>
              </a:ln>
              <a:solidFill>
                <a:schemeClr val="tx1">
                  <a:tint val="75000"/>
                </a:schemeClr>
              </a:solidFill>
              <a:effectLst/>
              <a:uLnTx/>
              <a:uFillTx/>
              <a:latin typeface="+mn-lt"/>
              <a:ea typeface="+mn-ea"/>
              <a:cs typeface="+mn-cs"/>
            </a:endParaRPr>
          </a:p>
        </p:txBody>
      </p:sp>
    </p:spTree>
  </p:cSld>
  <p:clrMap bg1="lt1" tx1="dk1" bg2="lt2" tx2="dk2" accent1="accent1" accent2="accent2" accent3="accent3" accent4="accent4" accent5="accent5" accent6="accent6" hlink="hlink" folHlink="folHlink"/>
  <p:sldLayoutIdLst>
    <p:sldLayoutId id="2147483649" r:id="rId1"/>
  </p:sldLayoutIdLst>
  <p:transition spd="slow">
    <p:wipe/>
  </p:transition>
  <p:hf sldNum="0"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9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9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9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1.png"/></Relationships>
</file>

<file path=ppt/slides/_rels/slide2.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1.png"/></Relationships>
</file>

<file path=ppt/slides/_rels/slide3.xml.rels><?xml version="1.0" encoding="UTF-8" standalone="yes"?>
<Relationships xmlns="http://schemas.openxmlformats.org/package/2006/relationships"><Relationship Id="rId4" Type="http://schemas.openxmlformats.org/officeDocument/2006/relationships/slideLayout" Target="../slideLayouts/slideLayout1.xml"/><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image" Target="../media/image1.png"/></Relationships>
</file>

<file path=ppt/slides/_rels/slide4.xml.rels><?xml version="1.0" encoding="UTF-8" standalone="yes"?>
<Relationships xmlns="http://schemas.openxmlformats.org/package/2006/relationships"><Relationship Id="rId5" Type="http://schemas.openxmlformats.org/officeDocument/2006/relationships/slideLayout" Target="../slideLayouts/slideLayout1.xml"/><Relationship Id="rId4" Type="http://schemas.openxmlformats.org/officeDocument/2006/relationships/image" Target="../media/image6.png"/><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image" Target="../media/image1.png"/></Relationships>
</file>

<file path=ppt/slides/_rels/slide5.xml.rels><?xml version="1.0" encoding="UTF-8" standalone="yes"?>
<Relationships xmlns="http://schemas.openxmlformats.org/package/2006/relationships"><Relationship Id="rId5" Type="http://schemas.openxmlformats.org/officeDocument/2006/relationships/slideLayout" Target="../slideLayouts/slideLayout1.xml"/><Relationship Id="rId4" Type="http://schemas.openxmlformats.org/officeDocument/2006/relationships/image" Target="../media/image9.png"/><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image" Target="../media/image1.png"/></Relationships>
</file>

<file path=ppt/slides/_rels/slide6.xml.rels><?xml version="1.0" encoding="UTF-8" standalone="yes"?>
<Relationships xmlns="http://schemas.openxmlformats.org/package/2006/relationships"><Relationship Id="rId4" Type="http://schemas.openxmlformats.org/officeDocument/2006/relationships/slideLayout" Target="../slideLayouts/slideLayout1.xml"/><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image" Target="../media/image1.png"/></Relationships>
</file>

<file path=ppt/slides/_rels/slide7.xml.rels><?xml version="1.0" encoding="UTF-8" standalone="yes"?>
<Relationships xmlns="http://schemas.openxmlformats.org/package/2006/relationships"><Relationship Id="rId5" Type="http://schemas.openxmlformats.org/officeDocument/2006/relationships/slideLayout" Target="../slideLayouts/slideLayout1.xml"/><Relationship Id="rId4" Type="http://schemas.openxmlformats.org/officeDocument/2006/relationships/image" Target="../media/image14.png"/><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image" Target="../media/image1.png"/></Relationships>
</file>

<file path=ppt/slides/_rels/slide8.xml.rels><?xml version="1.0" encoding="UTF-8" standalone="yes"?>
<Relationships xmlns="http://schemas.openxmlformats.org/package/2006/relationships"><Relationship Id="rId5" Type="http://schemas.openxmlformats.org/officeDocument/2006/relationships/slideLayout" Target="../slideLayouts/slideLayout1.xml"/><Relationship Id="rId4" Type="http://schemas.openxmlformats.org/officeDocument/2006/relationships/image" Target="../media/image17.png"/><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image" Target="../media/image1.png"/></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18.png"/><Relationship Id="rId1" Type="http://schemas.openxmlformats.org/officeDocument/2006/relationships/image" Target="../media/image1.png"/></Relationships>
</file>

<file path=ppt/slides/_rels/slide10.xml.rels><?xml version="1.0" encoding="UTF-8" standalone="yes"?>
<Relationships xmlns="http://schemas.openxmlformats.org/package/2006/relationships"><Relationship Id="rId5" Type="http://schemas.openxmlformats.org/officeDocument/2006/relationships/slideLayout" Target="../slideLayouts/slideLayout1.xml"/><Relationship Id="rId4" Type="http://schemas.openxmlformats.org/officeDocument/2006/relationships/image" Target="../media/image21.png"/><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image" Target="../media/image1.png"/></Relationships>
</file>

<file path=ppt/slides/_rels/slide11.xml.rels><?xml version="1.0" encoding="UTF-8" standalone="yes"?>
<Relationships xmlns="http://schemas.openxmlformats.org/package/2006/relationships"><Relationship Id="rId4" Type="http://schemas.openxmlformats.org/officeDocument/2006/relationships/slideLayout" Target="../slideLayouts/slideLayout1.xml"/><Relationship Id="rId3" Type="http://schemas.openxmlformats.org/officeDocument/2006/relationships/image" Target="../media/image21.png"/><Relationship Id="rId2" Type="http://schemas.openxmlformats.org/officeDocument/2006/relationships/image" Target="../media/image22.png"/><Relationship Id="rId1" Type="http://schemas.openxmlformats.org/officeDocument/2006/relationships/image" Target="../media/image1.png"/></Relationships>
</file>

<file path=ppt/slides/_rels/slide12.xml.rels><?xml version="1.0" encoding="UTF-8" standalone="yes"?>
<Relationships xmlns="http://schemas.openxmlformats.org/package/2006/relationships"><Relationship Id="rId4" Type="http://schemas.openxmlformats.org/officeDocument/2006/relationships/slideLayout" Target="../slideLayouts/slideLayout1.xml"/><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image" Target="../media/image1.png"/></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25.png"/><Relationship Id="rId1" Type="http://schemas.openxmlformats.org/officeDocument/2006/relationships/image" Target="../media/image1.png"/></Relationships>
</file>

<file path=ppt/slides/_rels/slide14.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26.png"/><Relationship Id="rId1" Type="http://schemas.openxmlformats.org/officeDocument/2006/relationships/image" Target="../media/image1.png"/></Relationships>
</file>

<file path=ppt/slides/_rels/slide15.xml.rels><?xml version="1.0" encoding="UTF-8" standalone="yes"?>
<Relationships xmlns="http://schemas.openxmlformats.org/package/2006/relationships"><Relationship Id="rId4" Type="http://schemas.openxmlformats.org/officeDocument/2006/relationships/slideLayout" Target="../slideLayouts/slideLayout1.xml"/><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image" Target="../media/image1.png"/></Relationships>
</file>

<file path=ppt/slides/_rels/slide16.xml.rels><?xml version="1.0" encoding="UTF-8" standalone="yes"?>
<Relationships xmlns="http://schemas.openxmlformats.org/package/2006/relationships"><Relationship Id="rId4" Type="http://schemas.openxmlformats.org/officeDocument/2006/relationships/slideLayout" Target="../slideLayouts/slideLayout1.xml"/><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image" Target="../media/image1.png"/></Relationships>
</file>

<file path=ppt/slides/_rels/slide17.xml.rels><?xml version="1.0" encoding="UTF-8" standalone="yes"?>
<Relationships xmlns="http://schemas.openxmlformats.org/package/2006/relationships"><Relationship Id="rId4" Type="http://schemas.openxmlformats.org/officeDocument/2006/relationships/slideLayout" Target="../slideLayouts/slideLayout1.xml"/><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image" Target="../media/image1.png"/></Relationships>
</file>

<file path=ppt/slides/_rels/slide18.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33.png"/><Relationship Id="rId1" Type="http://schemas.openxmlformats.org/officeDocument/2006/relationships/image" Target="../media/image1.png"/></Relationships>
</file>

<file path=ppt/slides/_rels/slide19.xml.rels><?xml version="1.0" encoding="UTF-8" standalone="yes"?>
<Relationships xmlns="http://schemas.openxmlformats.org/package/2006/relationships"><Relationship Id="rId4" Type="http://schemas.openxmlformats.org/officeDocument/2006/relationships/slideLayout" Target="../slideLayouts/slideLayout1.xml"/><Relationship Id="rId3" Type="http://schemas.openxmlformats.org/officeDocument/2006/relationships/image" Target="../media/image35.png"/><Relationship Id="rId2" Type="http://schemas.openxmlformats.org/officeDocument/2006/relationships/image" Target="../media/image34.png"/><Relationship Id="rId1" Type="http://schemas.openxmlformats.org/officeDocument/2006/relationships/image" Target="../media/image1.png"/></Relationships>
</file>

<file path=ppt/slides/_rels/slide20.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1.png"/></Relationships>
</file>

<file path=ppt/slides/_rels/slide21.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4097" name="图片 3"/>
          <p:cNvPicPr>
            <a:picLocks noChangeAspect="1"/>
          </p:cNvPicPr>
          <p:nvPr/>
        </p:nvPicPr>
        <p:blipFill>
          <a:blip r:embed="rId1"/>
          <a:srcRect l="5727" r="16841" b="26530"/>
          <a:stretch>
            <a:fillRect/>
          </a:stretch>
        </p:blipFill>
        <p:spPr>
          <a:xfrm>
            <a:off x="-7620" y="0"/>
            <a:ext cx="12192000" cy="6858000"/>
          </a:xfrm>
          <a:prstGeom prst="rect">
            <a:avLst/>
          </a:prstGeom>
          <a:noFill/>
          <a:ln w="9525">
            <a:noFill/>
          </a:ln>
        </p:spPr>
      </p:pic>
      <p:grpSp>
        <p:nvGrpSpPr>
          <p:cNvPr id="4098" name="组合 4"/>
          <p:cNvGrpSpPr/>
          <p:nvPr/>
        </p:nvGrpSpPr>
        <p:grpSpPr>
          <a:xfrm>
            <a:off x="2430780" y="989965"/>
            <a:ext cx="7280276" cy="4449445"/>
            <a:chOff x="2655655" y="744096"/>
            <a:chExt cx="6701164" cy="4093888"/>
          </a:xfrm>
        </p:grpSpPr>
        <p:grpSp>
          <p:nvGrpSpPr>
            <p:cNvPr id="4099" name="组合 5"/>
            <p:cNvGrpSpPr/>
            <p:nvPr/>
          </p:nvGrpSpPr>
          <p:grpSpPr>
            <a:xfrm>
              <a:off x="3590925" y="1980069"/>
              <a:ext cx="5010150" cy="679906"/>
              <a:chOff x="4324350" y="2295525"/>
              <a:chExt cx="3733800" cy="679906"/>
            </a:xfrm>
          </p:grpSpPr>
          <p:cxnSp>
            <p:nvCxnSpPr>
              <p:cNvPr id="15" name="直接连接符 14"/>
              <p:cNvCxnSpPr/>
              <p:nvPr/>
            </p:nvCxnSpPr>
            <p:spPr>
              <a:xfrm>
                <a:off x="4325257" y="2295525"/>
                <a:ext cx="0" cy="679904"/>
              </a:xfrm>
              <a:prstGeom prst="line">
                <a:avLst/>
              </a:prstGeom>
              <a:ln w="3175">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cxnSp>
            <p:nvCxnSpPr>
              <p:cNvPr id="16" name="直接连接符 15"/>
              <p:cNvCxnSpPr/>
              <p:nvPr/>
            </p:nvCxnSpPr>
            <p:spPr>
              <a:xfrm>
                <a:off x="4324350" y="2295525"/>
                <a:ext cx="3600450" cy="0"/>
              </a:xfrm>
              <a:prstGeom prst="lin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cxnSp>
            <p:nvCxnSpPr>
              <p:cNvPr id="17" name="直接连接符 16"/>
              <p:cNvCxnSpPr/>
              <p:nvPr/>
            </p:nvCxnSpPr>
            <p:spPr>
              <a:xfrm>
                <a:off x="7916182" y="2295525"/>
                <a:ext cx="0" cy="679904"/>
              </a:xfrm>
              <a:prstGeom prst="line">
                <a:avLst/>
              </a:prstGeom>
              <a:ln w="3175">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cxnSp>
            <p:nvCxnSpPr>
              <p:cNvPr id="18" name="直接连接符 17"/>
              <p:cNvCxnSpPr/>
              <p:nvPr/>
            </p:nvCxnSpPr>
            <p:spPr>
              <a:xfrm flipV="1">
                <a:off x="7915275" y="2886075"/>
                <a:ext cx="142875" cy="89356"/>
              </a:xfrm>
              <a:prstGeom prst="lin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grpSp>
        <p:grpSp>
          <p:nvGrpSpPr>
            <p:cNvPr id="4104" name="组合 6"/>
            <p:cNvGrpSpPr/>
            <p:nvPr/>
          </p:nvGrpSpPr>
          <p:grpSpPr>
            <a:xfrm flipH="1" flipV="1">
              <a:off x="3457574" y="3370824"/>
              <a:ext cx="4951785" cy="726031"/>
              <a:chOff x="4324350" y="2295525"/>
              <a:chExt cx="3733800" cy="679906"/>
            </a:xfrm>
          </p:grpSpPr>
          <p:cxnSp>
            <p:nvCxnSpPr>
              <p:cNvPr id="11" name="直接连接符 10"/>
              <p:cNvCxnSpPr/>
              <p:nvPr/>
            </p:nvCxnSpPr>
            <p:spPr>
              <a:xfrm>
                <a:off x="4325257" y="2295525"/>
                <a:ext cx="0" cy="679904"/>
              </a:xfrm>
              <a:prstGeom prst="line">
                <a:avLst/>
              </a:prstGeom>
              <a:ln w="3175">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cxnSp>
            <p:nvCxnSpPr>
              <p:cNvPr id="12" name="直接连接符 11"/>
              <p:cNvCxnSpPr/>
              <p:nvPr/>
            </p:nvCxnSpPr>
            <p:spPr>
              <a:xfrm>
                <a:off x="4324350" y="2295525"/>
                <a:ext cx="3600450" cy="0"/>
              </a:xfrm>
              <a:prstGeom prst="lin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cxnSp>
            <p:nvCxnSpPr>
              <p:cNvPr id="13" name="直接连接符 12"/>
              <p:cNvCxnSpPr/>
              <p:nvPr/>
            </p:nvCxnSpPr>
            <p:spPr>
              <a:xfrm>
                <a:off x="7916182" y="2295525"/>
                <a:ext cx="0" cy="679904"/>
              </a:xfrm>
              <a:prstGeom prst="line">
                <a:avLst/>
              </a:prstGeom>
              <a:ln w="3175">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cxnSp>
            <p:nvCxnSpPr>
              <p:cNvPr id="14" name="直接连接符 13"/>
              <p:cNvCxnSpPr/>
              <p:nvPr/>
            </p:nvCxnSpPr>
            <p:spPr>
              <a:xfrm flipV="1">
                <a:off x="7915275" y="2886075"/>
                <a:ext cx="142875" cy="89356"/>
              </a:xfrm>
              <a:prstGeom prst="lin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grpSp>
        <p:sp>
          <p:nvSpPr>
            <p:cNvPr id="4110" name="文本框 8"/>
            <p:cNvSpPr txBox="1"/>
            <p:nvPr/>
          </p:nvSpPr>
          <p:spPr>
            <a:xfrm>
              <a:off x="2655655" y="4414398"/>
              <a:ext cx="6701164" cy="423586"/>
            </a:xfrm>
            <a:prstGeom prst="rect">
              <a:avLst/>
            </a:prstGeom>
            <a:noFill/>
            <a:ln w="9525">
              <a:noFill/>
            </a:ln>
          </p:spPr>
          <p:txBody>
            <a:bodyPr wrap="square" anchor="t">
              <a:spAutoFit/>
            </a:bodyPr>
            <a:p>
              <a:pPr algn="ctr" defTabSz="914400"/>
              <a:endParaRPr lang="en-US" sz="2400" dirty="0">
                <a:solidFill>
                  <a:srgbClr val="404040"/>
                </a:solidFill>
                <a:ea typeface="Calibri" panose="020F0502020204030204" pitchFamily="34" charset="0"/>
                <a:sym typeface="Arial" panose="020B0604020202090204" pitchFamily="34" charset="0"/>
              </a:endParaRPr>
            </a:p>
          </p:txBody>
        </p:sp>
        <p:sp>
          <p:nvSpPr>
            <p:cNvPr id="4111" name="文本框 9"/>
            <p:cNvSpPr txBox="1"/>
            <p:nvPr/>
          </p:nvSpPr>
          <p:spPr>
            <a:xfrm>
              <a:off x="3002257" y="744096"/>
              <a:ext cx="5959447" cy="536932"/>
            </a:xfrm>
            <a:prstGeom prst="rect">
              <a:avLst/>
            </a:prstGeom>
            <a:noFill/>
            <a:ln w="9525">
              <a:noFill/>
            </a:ln>
          </p:spPr>
          <p:txBody>
            <a:bodyPr wrap="square" anchor="t">
              <a:spAutoFit/>
            </a:bodyPr>
            <a:p>
              <a:pPr algn="ctr" defTabSz="914400"/>
              <a:r>
                <a:rPr lang="en-US" altLang="zh-CN" sz="3200" dirty="0">
                  <a:solidFill>
                    <a:srgbClr val="404040"/>
                  </a:solidFill>
                  <a:ea typeface="Calibri" panose="020F0502020204030204" pitchFamily="34" charset="0"/>
                  <a:sym typeface="Arial" panose="020B0604020202090204" pitchFamily="34" charset="0"/>
                </a:rPr>
                <a:t>Data Process Programming</a:t>
              </a:r>
              <a:endParaRPr lang="en-US" altLang="zh-CN" sz="3200" dirty="0">
                <a:solidFill>
                  <a:srgbClr val="404040"/>
                </a:solidFill>
                <a:ea typeface="Calibri" panose="020F0502020204030204" pitchFamily="34" charset="0"/>
                <a:sym typeface="Arial" panose="020B0604020202090204" pitchFamily="34" charset="0"/>
              </a:endParaRPr>
            </a:p>
          </p:txBody>
        </p:sp>
      </p:grpSp>
      <p:sp>
        <p:nvSpPr>
          <p:cNvPr id="3" name="Rectangles 2"/>
          <p:cNvSpPr/>
          <p:nvPr/>
        </p:nvSpPr>
        <p:spPr>
          <a:xfrm>
            <a:off x="3625850" y="2513965"/>
            <a:ext cx="4852670" cy="1986915"/>
          </a:xfrm>
          <a:prstGeom prst="rect">
            <a:avLst/>
          </a:prstGeom>
          <a:noFill/>
          <a:extLst>
            <a:ext uri="{909E8E84-426E-40DD-AFC4-6F175D3DCCD1}">
              <a14:hiddenFill xmlns:a14="http://schemas.microsoft.com/office/drawing/2010/main">
                <a:solidFill>
                  <a:schemeClr val="accent1"/>
                </a:solidFill>
              </a14:hiddenFill>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altLang="en-GB" sz="4400" dirty="0">
                <a:solidFill>
                  <a:schemeClr val="tx1"/>
                </a:solidFill>
                <a:sym typeface="+mn-ea"/>
              </a:rPr>
              <a:t>Flight Delay Analisys System</a:t>
            </a:r>
            <a:endParaRPr lang="en-US" altLang="en-GB" sz="4400" dirty="0">
              <a:solidFill>
                <a:schemeClr val="tx1"/>
              </a:solidFill>
              <a:sym typeface="+mn-ea"/>
            </a:endParaRPr>
          </a:p>
        </p:txBody>
      </p:sp>
      <p:sp>
        <p:nvSpPr>
          <p:cNvPr id="2" name="文本框 9"/>
          <p:cNvSpPr txBox="1"/>
          <p:nvPr/>
        </p:nvSpPr>
        <p:spPr>
          <a:xfrm>
            <a:off x="-7620" y="6146165"/>
            <a:ext cx="12191365" cy="583565"/>
          </a:xfrm>
          <a:prstGeom prst="rect">
            <a:avLst/>
          </a:prstGeom>
          <a:noFill/>
          <a:ln w="9525">
            <a:noFill/>
          </a:ln>
        </p:spPr>
        <p:txBody>
          <a:bodyPr wrap="square" anchor="t">
            <a:spAutoFit/>
          </a:bodyPr>
          <a:p>
            <a:pPr algn="ctr" defTabSz="914400"/>
            <a:r>
              <a:rPr lang="en-US" altLang="zh-CN" sz="3200" dirty="0">
                <a:solidFill>
                  <a:srgbClr val="404040"/>
                </a:solidFill>
                <a:ea typeface="Calibri" panose="020F0502020204030204" pitchFamily="34" charset="0"/>
                <a:sym typeface="Arial" panose="020B0604020202090204" pitchFamily="34" charset="0"/>
              </a:rPr>
              <a:t>Student: Shukirillaev Mukhammadsodik		ID: 202438379</a:t>
            </a:r>
            <a:endParaRPr lang="en-US" altLang="zh-CN" sz="3200" dirty="0">
              <a:solidFill>
                <a:srgbClr val="404040"/>
              </a:solidFill>
              <a:ea typeface="Calibri" panose="020F0502020204030204" pitchFamily="34" charset="0"/>
              <a:sym typeface="Arial" panose="020B0604020202090204" pitchFamily="34" charset="0"/>
            </a:endParaRPr>
          </a:p>
        </p:txBody>
      </p:sp>
    </p:spTree>
  </p:cSld>
  <p:clrMapOvr>
    <a:masterClrMapping/>
  </p:clrMapOvr>
  <p:transition spd="slow">
    <p:wip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10241" name="图片 3"/>
          <p:cNvPicPr>
            <a:picLocks noChangeAspect="1"/>
          </p:cNvPicPr>
          <p:nvPr/>
        </p:nvPicPr>
        <p:blipFill>
          <a:blip r:embed="rId1"/>
          <a:srcRect l="5727" r="16841" b="26530"/>
          <a:stretch>
            <a:fillRect/>
          </a:stretch>
        </p:blipFill>
        <p:spPr>
          <a:xfrm>
            <a:off x="0" y="0"/>
            <a:ext cx="12192000" cy="6858000"/>
          </a:xfrm>
          <a:prstGeom prst="rect">
            <a:avLst/>
          </a:prstGeom>
          <a:noFill/>
          <a:ln w="9525">
            <a:noFill/>
          </a:ln>
        </p:spPr>
      </p:pic>
      <p:sp>
        <p:nvSpPr>
          <p:cNvPr id="10250" name="文本框 28"/>
          <p:cNvSpPr txBox="1"/>
          <p:nvPr/>
        </p:nvSpPr>
        <p:spPr>
          <a:xfrm>
            <a:off x="3966845" y="714375"/>
            <a:ext cx="3651250" cy="1014730"/>
          </a:xfrm>
          <a:prstGeom prst="rect">
            <a:avLst/>
          </a:prstGeom>
          <a:noFill/>
          <a:ln w="9525">
            <a:noFill/>
          </a:ln>
        </p:spPr>
        <p:txBody>
          <a:bodyPr wrap="square" anchor="t">
            <a:spAutoFit/>
          </a:bodyPr>
          <a:p>
            <a:pPr algn="ctr">
              <a:buFont typeface="Arial" panose="020B0604020202090204" pitchFamily="34" charset="0"/>
            </a:pPr>
            <a:r>
              <a:rPr lang="en-US" altLang="en-US" sz="6000" b="1" dirty="0">
                <a:solidFill>
                  <a:srgbClr val="404040"/>
                </a:solidFill>
                <a:ea typeface="Calibri" panose="020F0502020204030204" pitchFamily="34" charset="0"/>
              </a:rPr>
              <a:t>Objective</a:t>
            </a:r>
            <a:endParaRPr lang="en-US" altLang="en-US" sz="6000" b="1" dirty="0">
              <a:solidFill>
                <a:srgbClr val="404040"/>
              </a:solidFill>
              <a:ea typeface="Calibri" panose="020F0502020204030204" pitchFamily="34" charset="0"/>
            </a:endParaRPr>
          </a:p>
        </p:txBody>
      </p:sp>
      <p:sp>
        <p:nvSpPr>
          <p:cNvPr id="12" name="矩形 11"/>
          <p:cNvSpPr/>
          <p:nvPr/>
        </p:nvSpPr>
        <p:spPr>
          <a:xfrm>
            <a:off x="828675" y="1729105"/>
            <a:ext cx="10515600" cy="4653280"/>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0253" name="文本框 6"/>
          <p:cNvSpPr txBox="1"/>
          <p:nvPr/>
        </p:nvSpPr>
        <p:spPr>
          <a:xfrm>
            <a:off x="956945" y="3169920"/>
            <a:ext cx="9671685" cy="929640"/>
          </a:xfrm>
          <a:prstGeom prst="rect">
            <a:avLst/>
          </a:prstGeom>
          <a:noFill/>
          <a:ln w="9525">
            <a:noFill/>
          </a:ln>
        </p:spPr>
        <p:txBody>
          <a:bodyPr wrap="square" anchor="t">
            <a:noAutofit/>
          </a:bodyPr>
          <a:p>
            <a:pPr>
              <a:buFont typeface="Arial" panose="020B0604020202090204" pitchFamily="34" charset="0"/>
            </a:pPr>
            <a:endParaRPr lang="en-US" altLang="en-US" sz="3200" b="1" dirty="0">
              <a:solidFill>
                <a:srgbClr val="404040"/>
              </a:solidFill>
              <a:ea typeface="Calibri" panose="020F0502020204030204" pitchFamily="34" charset="0"/>
            </a:endParaRPr>
          </a:p>
        </p:txBody>
      </p:sp>
      <p:sp>
        <p:nvSpPr>
          <p:cNvPr id="10255" name="矩形 8"/>
          <p:cNvSpPr/>
          <p:nvPr/>
        </p:nvSpPr>
        <p:spPr>
          <a:xfrm>
            <a:off x="1082675" y="1889125"/>
            <a:ext cx="10102215" cy="4272915"/>
          </a:xfrm>
          <a:prstGeom prst="rect">
            <a:avLst/>
          </a:prstGeom>
          <a:noFill/>
          <a:ln w="9525">
            <a:noFill/>
          </a:ln>
        </p:spPr>
        <p:txBody>
          <a:bodyPr wrap="square" lIns="0" tIns="0" rIns="0" bIns="0" anchor="t">
            <a:noAutofit/>
          </a:bodyPr>
          <a:p>
            <a:pPr marL="457200" lvl="1" indent="457200" algn="l" defTabSz="1216025">
              <a:lnSpc>
                <a:spcPct val="130000"/>
              </a:lnSpc>
              <a:spcBef>
                <a:spcPct val="20000"/>
              </a:spcBef>
              <a:buFont typeface="Arial" panose="020B0604020202090204" pitchFamily="34" charset="0"/>
            </a:pPr>
            <a:r>
              <a:rPr lang="en-US" altLang="en-US" sz="3600" b="1" dirty="0">
                <a:solidFill>
                  <a:srgbClr val="404040"/>
                </a:solidFill>
                <a:ea typeface="Calibri" panose="020F0502020204030204" pitchFamily="34" charset="0"/>
                <a:sym typeface="Arial" panose="020B0604020202090204" pitchFamily="34" charset="0"/>
              </a:rPr>
              <a:t>Part 1</a:t>
            </a:r>
            <a:r>
              <a:rPr lang="en-US" altLang="en-US" sz="3600" dirty="0">
                <a:solidFill>
                  <a:srgbClr val="404040"/>
                </a:solidFill>
                <a:ea typeface="Calibri" panose="020F0502020204030204" pitchFamily="34" charset="0"/>
                <a:sym typeface="Arial" panose="020B0604020202090204" pitchFamily="34" charset="0"/>
              </a:rPr>
              <a:t>: Clean and process the flight dataset</a:t>
            </a:r>
            <a:endParaRPr lang="en-US" altLang="en-US" sz="3600" dirty="0">
              <a:solidFill>
                <a:srgbClr val="404040"/>
              </a:solidFill>
              <a:ea typeface="Calibri" panose="020F0502020204030204" pitchFamily="34" charset="0"/>
              <a:sym typeface="Arial" panose="020B0604020202090204" pitchFamily="34" charset="0"/>
            </a:endParaRPr>
          </a:p>
          <a:p>
            <a:pPr marL="457200" lvl="1" indent="457200" algn="l" defTabSz="1216025">
              <a:lnSpc>
                <a:spcPct val="130000"/>
              </a:lnSpc>
              <a:spcBef>
                <a:spcPct val="20000"/>
              </a:spcBef>
              <a:buFont typeface="Arial" panose="020B0604020202090204" pitchFamily="34" charset="0"/>
            </a:pPr>
            <a:r>
              <a:rPr lang="en-US" altLang="en-US" sz="3600" b="1" dirty="0">
                <a:solidFill>
                  <a:srgbClr val="404040"/>
                </a:solidFill>
                <a:ea typeface="Calibri" panose="020F0502020204030204" pitchFamily="34" charset="0"/>
                <a:sym typeface="Arial" panose="020B0604020202090204" pitchFamily="34" charset="0"/>
              </a:rPr>
              <a:t>Part 2</a:t>
            </a:r>
            <a:r>
              <a:rPr lang="en-US" altLang="en-US" sz="3600" dirty="0">
                <a:solidFill>
                  <a:srgbClr val="404040"/>
                </a:solidFill>
                <a:ea typeface="Calibri" panose="020F0502020204030204" pitchFamily="34" charset="0"/>
                <a:sym typeface="Arial" panose="020B0604020202090204" pitchFamily="34" charset="0"/>
              </a:rPr>
              <a:t>: Identify the major causes of flight delays</a:t>
            </a:r>
            <a:endParaRPr lang="en-US" altLang="en-US" sz="3600" dirty="0">
              <a:solidFill>
                <a:srgbClr val="404040"/>
              </a:solidFill>
              <a:ea typeface="Calibri" panose="020F0502020204030204" pitchFamily="34" charset="0"/>
              <a:sym typeface="Arial" panose="020B0604020202090204" pitchFamily="34" charset="0"/>
            </a:endParaRPr>
          </a:p>
          <a:p>
            <a:pPr marL="457200" lvl="1" indent="457200" algn="l" defTabSz="1216025">
              <a:lnSpc>
                <a:spcPct val="130000"/>
              </a:lnSpc>
              <a:spcBef>
                <a:spcPct val="20000"/>
              </a:spcBef>
              <a:buFont typeface="Arial" panose="020B0604020202090204" pitchFamily="34" charset="0"/>
            </a:pPr>
            <a:r>
              <a:rPr lang="en-US" altLang="en-US" sz="3600" b="1" dirty="0">
                <a:solidFill>
                  <a:srgbClr val="404040"/>
                </a:solidFill>
                <a:ea typeface="Calibri" panose="020F0502020204030204" pitchFamily="34" charset="0"/>
                <a:sym typeface="Arial" panose="020B0604020202090204" pitchFamily="34" charset="0"/>
              </a:rPr>
              <a:t>Part 3</a:t>
            </a:r>
            <a:r>
              <a:rPr lang="en-US" altLang="en-US" sz="3600" dirty="0">
                <a:solidFill>
                  <a:srgbClr val="404040"/>
                </a:solidFill>
                <a:ea typeface="Calibri" panose="020F0502020204030204" pitchFamily="34" charset="0"/>
                <a:sym typeface="Arial" panose="020B0604020202090204" pitchFamily="34" charset="0"/>
              </a:rPr>
              <a:t>: Explore how factors like distance or weather influence delays</a:t>
            </a:r>
            <a:endParaRPr lang="en-US" altLang="en-US" sz="3600" dirty="0">
              <a:solidFill>
                <a:srgbClr val="404040"/>
              </a:solidFill>
              <a:ea typeface="Calibri" panose="020F0502020204030204" pitchFamily="34" charset="0"/>
              <a:sym typeface="Arial" panose="020B0604020202090204" pitchFamily="34" charset="0"/>
            </a:endParaRPr>
          </a:p>
        </p:txBody>
      </p:sp>
    </p:spTree>
  </p:cSld>
  <p:clrMapOvr>
    <a:masterClrMapping/>
  </p:clrMapOvr>
  <p:transition spd="slow">
    <p:wip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10241" name="图片 3"/>
          <p:cNvPicPr>
            <a:picLocks noChangeAspect="1"/>
          </p:cNvPicPr>
          <p:nvPr/>
        </p:nvPicPr>
        <p:blipFill>
          <a:blip r:embed="rId1"/>
          <a:srcRect l="5727" r="16841" b="26530"/>
          <a:stretch>
            <a:fillRect/>
          </a:stretch>
        </p:blipFill>
        <p:spPr>
          <a:xfrm>
            <a:off x="0" y="0"/>
            <a:ext cx="12192000" cy="6858000"/>
          </a:xfrm>
          <a:prstGeom prst="rect">
            <a:avLst/>
          </a:prstGeom>
          <a:noFill/>
          <a:ln w="9525">
            <a:noFill/>
          </a:ln>
        </p:spPr>
      </p:pic>
      <p:sp>
        <p:nvSpPr>
          <p:cNvPr id="10250" name="文本框 28"/>
          <p:cNvSpPr txBox="1"/>
          <p:nvPr/>
        </p:nvSpPr>
        <p:spPr>
          <a:xfrm>
            <a:off x="96520" y="90805"/>
            <a:ext cx="3989070" cy="645160"/>
          </a:xfrm>
          <a:prstGeom prst="rect">
            <a:avLst/>
          </a:prstGeom>
          <a:noFill/>
          <a:ln w="9525">
            <a:noFill/>
          </a:ln>
        </p:spPr>
        <p:txBody>
          <a:bodyPr wrap="square" anchor="t">
            <a:spAutoFit/>
          </a:bodyPr>
          <a:p>
            <a:pPr>
              <a:buFont typeface="Arial" panose="020B0604020202090204" pitchFamily="34" charset="0"/>
            </a:pPr>
            <a:r>
              <a:rPr lang="en-US" altLang="en-US" sz="3600" b="1" dirty="0">
                <a:solidFill>
                  <a:srgbClr val="404040"/>
                </a:solidFill>
                <a:ea typeface="Calibri" panose="020F0502020204030204" pitchFamily="34" charset="0"/>
              </a:rPr>
              <a:t>Data Preparation</a:t>
            </a:r>
            <a:endParaRPr lang="en-US" altLang="en-US" sz="3600" b="1" dirty="0">
              <a:solidFill>
                <a:srgbClr val="404040"/>
              </a:solidFill>
              <a:ea typeface="Calibri" panose="020F0502020204030204" pitchFamily="34" charset="0"/>
            </a:endParaRPr>
          </a:p>
        </p:txBody>
      </p:sp>
      <p:sp>
        <p:nvSpPr>
          <p:cNvPr id="12" name="矩形 11"/>
          <p:cNvSpPr/>
          <p:nvPr/>
        </p:nvSpPr>
        <p:spPr>
          <a:xfrm>
            <a:off x="356870" y="857885"/>
            <a:ext cx="11423015" cy="5657850"/>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0253" name="文本框 6"/>
          <p:cNvSpPr txBox="1"/>
          <p:nvPr/>
        </p:nvSpPr>
        <p:spPr>
          <a:xfrm>
            <a:off x="956945" y="1922780"/>
            <a:ext cx="9671685" cy="735965"/>
          </a:xfrm>
          <a:prstGeom prst="rect">
            <a:avLst/>
          </a:prstGeom>
          <a:noFill/>
          <a:ln w="9525">
            <a:noFill/>
          </a:ln>
        </p:spPr>
        <p:txBody>
          <a:bodyPr wrap="square" anchor="t">
            <a:noAutofit/>
          </a:bodyPr>
          <a:p>
            <a:pPr>
              <a:buFont typeface="Arial" panose="020B0604020202090204" pitchFamily="34" charset="0"/>
            </a:pPr>
            <a:endParaRPr lang="en-US" altLang="en-US" sz="3200" b="1" dirty="0">
              <a:solidFill>
                <a:srgbClr val="404040"/>
              </a:solidFill>
              <a:ea typeface="Calibri" panose="020F0502020204030204" pitchFamily="34" charset="0"/>
            </a:endParaRPr>
          </a:p>
        </p:txBody>
      </p:sp>
      <p:sp>
        <p:nvSpPr>
          <p:cNvPr id="10255" name="矩形 8"/>
          <p:cNvSpPr/>
          <p:nvPr/>
        </p:nvSpPr>
        <p:spPr>
          <a:xfrm>
            <a:off x="550545" y="1143635"/>
            <a:ext cx="11118215" cy="5241925"/>
          </a:xfrm>
          <a:prstGeom prst="rect">
            <a:avLst/>
          </a:prstGeom>
          <a:noFill/>
          <a:ln w="9525">
            <a:noFill/>
          </a:ln>
        </p:spPr>
        <p:txBody>
          <a:bodyPr wrap="square" lIns="0" tIns="0" rIns="0" bIns="0" anchor="t">
            <a:noAutofit/>
          </a:bodyPr>
          <a:p>
            <a:pPr marL="457200" lvl="1" indent="457200" algn="l" defTabSz="1216025">
              <a:lnSpc>
                <a:spcPct val="90000"/>
              </a:lnSpc>
              <a:spcBef>
                <a:spcPct val="20000"/>
              </a:spcBef>
              <a:buFont typeface="Arial" panose="020B0604020202090204" pitchFamily="34" charset="0"/>
            </a:pPr>
            <a:r>
              <a:rPr lang="en-US" altLang="en-US" sz="2400" dirty="0">
                <a:solidFill>
                  <a:srgbClr val="404040"/>
                </a:solidFill>
                <a:ea typeface="Calibri" panose="020F0502020204030204" pitchFamily="34" charset="0"/>
                <a:sym typeface="Arial" panose="020B0604020202090204" pitchFamily="34" charset="0"/>
              </a:rPr>
              <a:t>Dataset Overview: Where I got the dataset?</a:t>
            </a:r>
            <a:endParaRPr lang="en-US" altLang="en-US" sz="2400" dirty="0">
              <a:solidFill>
                <a:srgbClr val="404040"/>
              </a:solidFill>
              <a:ea typeface="Calibri" panose="020F0502020204030204" pitchFamily="34" charset="0"/>
              <a:sym typeface="Arial" panose="020B0604020202090204" pitchFamily="34" charset="0"/>
            </a:endParaRPr>
          </a:p>
          <a:p>
            <a:pPr marL="457200" lvl="1" indent="457200" algn="l" defTabSz="1216025">
              <a:lnSpc>
                <a:spcPct val="90000"/>
              </a:lnSpc>
              <a:spcBef>
                <a:spcPct val="20000"/>
              </a:spcBef>
              <a:buFont typeface="Arial" panose="020B0604020202090204" pitchFamily="34" charset="0"/>
            </a:pPr>
            <a:r>
              <a:rPr lang="en-US" altLang="en-US" sz="1800" dirty="0">
                <a:solidFill>
                  <a:srgbClr val="404040"/>
                </a:solidFill>
                <a:ea typeface="Calibri" panose="020F0502020204030204" pitchFamily="34" charset="0"/>
                <a:sym typeface="Arial" panose="020B0604020202090204" pitchFamily="34" charset="0"/>
              </a:rPr>
              <a:t>Link: https://www.kaggle.com/code/fabiendaniel/predicting-flight-delays-tutorial</a:t>
            </a:r>
            <a:endParaRPr lang="en-US" altLang="en-US" sz="1800" dirty="0">
              <a:solidFill>
                <a:srgbClr val="404040"/>
              </a:solidFill>
              <a:ea typeface="Calibri" panose="020F0502020204030204" pitchFamily="34" charset="0"/>
              <a:sym typeface="Arial" panose="020B0604020202090204" pitchFamily="34" charset="0"/>
            </a:endParaRPr>
          </a:p>
          <a:p>
            <a:pPr marL="457200" lvl="1" indent="457200" algn="l" defTabSz="1216025">
              <a:lnSpc>
                <a:spcPct val="90000"/>
              </a:lnSpc>
              <a:spcBef>
                <a:spcPct val="20000"/>
              </a:spcBef>
              <a:buFont typeface="Arial" panose="020B0604020202090204" pitchFamily="34" charset="0"/>
            </a:pPr>
            <a:endParaRPr lang="en-US" altLang="en-US" sz="2400" dirty="0">
              <a:solidFill>
                <a:srgbClr val="404040"/>
              </a:solidFill>
              <a:ea typeface="Calibri" panose="020F0502020204030204" pitchFamily="34" charset="0"/>
              <a:sym typeface="Arial" panose="020B0604020202090204" pitchFamily="34" charset="0"/>
            </a:endParaRPr>
          </a:p>
          <a:p>
            <a:pPr marL="457200" lvl="1" indent="457200" algn="l" defTabSz="1216025">
              <a:lnSpc>
                <a:spcPct val="90000"/>
              </a:lnSpc>
              <a:spcBef>
                <a:spcPct val="20000"/>
              </a:spcBef>
              <a:buFont typeface="Arial" panose="020B0604020202090204" pitchFamily="34" charset="0"/>
            </a:pPr>
            <a:endParaRPr lang="en-US" altLang="en-US" sz="2400" dirty="0">
              <a:solidFill>
                <a:srgbClr val="404040"/>
              </a:solidFill>
              <a:ea typeface="Calibri" panose="020F0502020204030204" pitchFamily="34" charset="0"/>
              <a:sym typeface="Arial" panose="020B0604020202090204" pitchFamily="34" charset="0"/>
            </a:endParaRPr>
          </a:p>
        </p:txBody>
      </p:sp>
      <p:pic>
        <p:nvPicPr>
          <p:cNvPr id="2" name="Picture 1" descr="Screenshot 2025-11-04 at 5.09.03 PM"/>
          <p:cNvPicPr>
            <a:picLocks noChangeAspect="1"/>
          </p:cNvPicPr>
          <p:nvPr/>
        </p:nvPicPr>
        <p:blipFill>
          <a:blip r:embed="rId2"/>
          <a:stretch>
            <a:fillRect/>
          </a:stretch>
        </p:blipFill>
        <p:spPr>
          <a:xfrm>
            <a:off x="956945" y="1864995"/>
            <a:ext cx="7232650" cy="4520565"/>
          </a:xfrm>
          <a:prstGeom prst="rect">
            <a:avLst/>
          </a:prstGeom>
          <a:ln>
            <a:solidFill>
              <a:schemeClr val="accent1"/>
            </a:solidFill>
          </a:ln>
        </p:spPr>
      </p:pic>
      <p:pic>
        <p:nvPicPr>
          <p:cNvPr id="3" name="Picture 2" descr="Screenshot 2025-11-04 at 5.10.40 PM"/>
          <p:cNvPicPr>
            <a:picLocks noChangeAspect="1"/>
          </p:cNvPicPr>
          <p:nvPr/>
        </p:nvPicPr>
        <p:blipFill>
          <a:blip r:embed="rId3"/>
          <a:stretch>
            <a:fillRect/>
          </a:stretch>
        </p:blipFill>
        <p:spPr>
          <a:xfrm>
            <a:off x="7907020" y="2499995"/>
            <a:ext cx="3491230" cy="3250565"/>
          </a:xfrm>
          <a:prstGeom prst="rect">
            <a:avLst/>
          </a:prstGeom>
          <a:ln>
            <a:solidFill>
              <a:schemeClr val="accent1"/>
            </a:solidFill>
          </a:ln>
        </p:spPr>
      </p:pic>
    </p:spTree>
  </p:cSld>
  <p:clrMapOvr>
    <a:masterClrMapping/>
  </p:clrMapOvr>
  <p:transition spd="slow">
    <p:wip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10241" name="图片 3"/>
          <p:cNvPicPr>
            <a:picLocks noChangeAspect="1"/>
          </p:cNvPicPr>
          <p:nvPr/>
        </p:nvPicPr>
        <p:blipFill>
          <a:blip r:embed="rId1"/>
          <a:srcRect l="5727" r="16841" b="26530"/>
          <a:stretch>
            <a:fillRect/>
          </a:stretch>
        </p:blipFill>
        <p:spPr>
          <a:xfrm>
            <a:off x="0" y="0"/>
            <a:ext cx="12192000" cy="6858000"/>
          </a:xfrm>
          <a:prstGeom prst="rect">
            <a:avLst/>
          </a:prstGeom>
          <a:noFill/>
          <a:ln w="9525">
            <a:noFill/>
          </a:ln>
        </p:spPr>
      </p:pic>
      <p:sp>
        <p:nvSpPr>
          <p:cNvPr id="10250" name="文本框 28"/>
          <p:cNvSpPr txBox="1"/>
          <p:nvPr/>
        </p:nvSpPr>
        <p:spPr>
          <a:xfrm>
            <a:off x="96520" y="90805"/>
            <a:ext cx="3989070" cy="645160"/>
          </a:xfrm>
          <a:prstGeom prst="rect">
            <a:avLst/>
          </a:prstGeom>
          <a:noFill/>
          <a:ln w="9525">
            <a:noFill/>
          </a:ln>
        </p:spPr>
        <p:txBody>
          <a:bodyPr wrap="square" anchor="t">
            <a:spAutoFit/>
          </a:bodyPr>
          <a:p>
            <a:pPr>
              <a:buFont typeface="Arial" panose="020B0604020202090204" pitchFamily="34" charset="0"/>
            </a:pPr>
            <a:r>
              <a:rPr lang="en-US" altLang="en-US" sz="3600" b="1" dirty="0">
                <a:solidFill>
                  <a:srgbClr val="404040"/>
                </a:solidFill>
                <a:ea typeface="Calibri" panose="020F0502020204030204" pitchFamily="34" charset="0"/>
              </a:rPr>
              <a:t>Data Preparation</a:t>
            </a:r>
            <a:endParaRPr lang="en-US" altLang="en-US" sz="3600" b="1" dirty="0">
              <a:solidFill>
                <a:srgbClr val="404040"/>
              </a:solidFill>
              <a:ea typeface="Calibri" panose="020F0502020204030204" pitchFamily="34" charset="0"/>
            </a:endParaRPr>
          </a:p>
        </p:txBody>
      </p:sp>
      <p:sp>
        <p:nvSpPr>
          <p:cNvPr id="12" name="矩形 11"/>
          <p:cNvSpPr/>
          <p:nvPr/>
        </p:nvSpPr>
        <p:spPr>
          <a:xfrm>
            <a:off x="356870" y="857885"/>
            <a:ext cx="11423015" cy="5657850"/>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0253" name="文本框 6"/>
          <p:cNvSpPr txBox="1"/>
          <p:nvPr/>
        </p:nvSpPr>
        <p:spPr>
          <a:xfrm>
            <a:off x="956945" y="1922780"/>
            <a:ext cx="9671685" cy="735965"/>
          </a:xfrm>
          <a:prstGeom prst="rect">
            <a:avLst/>
          </a:prstGeom>
          <a:noFill/>
          <a:ln w="9525">
            <a:noFill/>
          </a:ln>
        </p:spPr>
        <p:txBody>
          <a:bodyPr wrap="square" anchor="t">
            <a:noAutofit/>
          </a:bodyPr>
          <a:p>
            <a:pPr>
              <a:buFont typeface="Arial" panose="020B0604020202090204" pitchFamily="34" charset="0"/>
            </a:pPr>
            <a:endParaRPr lang="en-US" altLang="en-US" sz="3200" b="1" dirty="0">
              <a:solidFill>
                <a:srgbClr val="404040"/>
              </a:solidFill>
              <a:ea typeface="Calibri" panose="020F0502020204030204" pitchFamily="34" charset="0"/>
            </a:endParaRPr>
          </a:p>
        </p:txBody>
      </p:sp>
      <p:sp>
        <p:nvSpPr>
          <p:cNvPr id="10255" name="矩形 8"/>
          <p:cNvSpPr/>
          <p:nvPr/>
        </p:nvSpPr>
        <p:spPr>
          <a:xfrm>
            <a:off x="550545" y="1022985"/>
            <a:ext cx="11118215" cy="5362575"/>
          </a:xfrm>
          <a:prstGeom prst="rect">
            <a:avLst/>
          </a:prstGeom>
          <a:noFill/>
          <a:ln w="9525">
            <a:noFill/>
          </a:ln>
        </p:spPr>
        <p:txBody>
          <a:bodyPr wrap="square" lIns="0" tIns="0" rIns="0" bIns="0" anchor="t">
            <a:noAutofit/>
          </a:bodyPr>
          <a:p>
            <a:pPr marL="457200" lvl="1" indent="457200" algn="l" defTabSz="1216025">
              <a:lnSpc>
                <a:spcPct val="90000"/>
              </a:lnSpc>
              <a:spcBef>
                <a:spcPct val="20000"/>
              </a:spcBef>
              <a:buFont typeface="Arial" panose="020B0604020202090204" pitchFamily="34" charset="0"/>
            </a:pPr>
            <a:r>
              <a:rPr lang="en-US" altLang="en-US" sz="2400" dirty="0">
                <a:solidFill>
                  <a:srgbClr val="404040"/>
                </a:solidFill>
                <a:ea typeface="Calibri" panose="020F0502020204030204" pitchFamily="34" charset="0"/>
                <a:sym typeface="Arial" panose="020B0604020202090204" pitchFamily="34" charset="0"/>
              </a:rPr>
              <a:t>What’s inside?</a:t>
            </a:r>
            <a:endParaRPr lang="en-US" altLang="en-US" sz="2400" dirty="0">
              <a:solidFill>
                <a:srgbClr val="404040"/>
              </a:solidFill>
              <a:ea typeface="Calibri" panose="020F0502020204030204" pitchFamily="34" charset="0"/>
              <a:sym typeface="Arial" panose="020B0604020202090204" pitchFamily="34" charset="0"/>
            </a:endParaRPr>
          </a:p>
        </p:txBody>
      </p:sp>
      <p:pic>
        <p:nvPicPr>
          <p:cNvPr id="3" name="Picture 2" descr="Screenshot 2025-11-04 at 5.11.43 PM"/>
          <p:cNvPicPr>
            <a:picLocks noChangeAspect="1"/>
          </p:cNvPicPr>
          <p:nvPr/>
        </p:nvPicPr>
        <p:blipFill>
          <a:blip r:embed="rId2"/>
          <a:srcRect b="55466"/>
          <a:stretch>
            <a:fillRect/>
          </a:stretch>
        </p:blipFill>
        <p:spPr>
          <a:xfrm>
            <a:off x="6626860" y="1092835"/>
            <a:ext cx="5279390" cy="4286885"/>
          </a:xfrm>
          <a:prstGeom prst="rect">
            <a:avLst/>
          </a:prstGeom>
          <a:ln>
            <a:solidFill>
              <a:schemeClr val="accent1"/>
            </a:solidFill>
          </a:ln>
        </p:spPr>
      </p:pic>
      <p:sp>
        <p:nvSpPr>
          <p:cNvPr id="4" name="Rectangles 3"/>
          <p:cNvSpPr/>
          <p:nvPr/>
        </p:nvSpPr>
        <p:spPr>
          <a:xfrm>
            <a:off x="8373745" y="3612515"/>
            <a:ext cx="1578610" cy="256540"/>
          </a:xfrm>
          <a:prstGeom prst="rect">
            <a:avLst/>
          </a:prstGeom>
          <a:noFill/>
          <a:ln w="28575">
            <a:solidFill>
              <a:srgbClr val="FF0000"/>
            </a:solidFill>
          </a:ln>
          <a:extLst>
            <a:ext uri="{909E8E84-426E-40DD-AFC4-6F175D3DCCD1}">
              <a14:hiddenFill xmlns:a14="http://schemas.microsoft.com/office/drawing/2010/main">
                <a:solidFill>
                  <a:schemeClr val="accent1"/>
                </a:solidFill>
              </a14:hiddenFill>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pic>
        <p:nvPicPr>
          <p:cNvPr id="5" name="Picture 4" descr="Screenshot 2025-11-04 at 5.12.52 PM"/>
          <p:cNvPicPr>
            <a:picLocks noChangeAspect="1"/>
          </p:cNvPicPr>
          <p:nvPr/>
        </p:nvPicPr>
        <p:blipFill>
          <a:blip r:embed="rId3"/>
          <a:stretch>
            <a:fillRect/>
          </a:stretch>
        </p:blipFill>
        <p:spPr>
          <a:xfrm>
            <a:off x="1023620" y="4449445"/>
            <a:ext cx="6179820" cy="1254125"/>
          </a:xfrm>
          <a:prstGeom prst="rect">
            <a:avLst/>
          </a:prstGeom>
          <a:ln w="28575">
            <a:solidFill>
              <a:srgbClr val="FF0000"/>
            </a:solidFill>
          </a:ln>
        </p:spPr>
      </p:pic>
      <p:cxnSp>
        <p:nvCxnSpPr>
          <p:cNvPr id="6" name="Straight Connector 5"/>
          <p:cNvCxnSpPr/>
          <p:nvPr/>
        </p:nvCxnSpPr>
        <p:spPr>
          <a:xfrm flipH="1">
            <a:off x="7226846" y="3638391"/>
            <a:ext cx="1180465" cy="820420"/>
          </a:xfrm>
          <a:prstGeom prst="line">
            <a:avLst/>
          </a:prstGeom>
          <a:ln w="28575" cap="flat" cmpd="sng">
            <a:solidFill>
              <a:srgbClr val="FF0000"/>
            </a:solidFill>
            <a:prstDash val="solid"/>
            <a:miter lim="800000"/>
            <a:headEnd type="none"/>
            <a:tailEnd type="none"/>
          </a:ln>
        </p:spPr>
        <p:style>
          <a:lnRef idx="2">
            <a:schemeClr val="accent1"/>
          </a:lnRef>
          <a:fillRef idx="0">
            <a:srgbClr val="FFFFFF"/>
          </a:fillRef>
          <a:effectRef idx="0">
            <a:srgbClr val="FFFFFF"/>
          </a:effectRef>
          <a:fontRef idx="minor">
            <a:schemeClr val="tx1"/>
          </a:fontRef>
        </p:style>
      </p:cxnSp>
      <p:cxnSp>
        <p:nvCxnSpPr>
          <p:cNvPr id="7" name="Straight Connector 6"/>
          <p:cNvCxnSpPr/>
          <p:nvPr/>
        </p:nvCxnSpPr>
        <p:spPr>
          <a:xfrm flipH="1">
            <a:off x="7240181" y="3858736"/>
            <a:ext cx="1151255" cy="1811020"/>
          </a:xfrm>
          <a:prstGeom prst="line">
            <a:avLst/>
          </a:prstGeom>
          <a:ln w="28575" cap="flat" cmpd="sng">
            <a:solidFill>
              <a:srgbClr val="FF0000"/>
            </a:solidFill>
            <a:prstDash val="solid"/>
            <a:miter lim="800000"/>
            <a:headEnd type="none"/>
            <a:tailEnd type="none"/>
          </a:ln>
        </p:spPr>
        <p:style>
          <a:lnRef idx="2">
            <a:schemeClr val="accent1"/>
          </a:lnRef>
          <a:fillRef idx="0">
            <a:srgbClr val="FFFFFF"/>
          </a:fillRef>
          <a:effectRef idx="0">
            <a:srgbClr val="FFFFFF"/>
          </a:effectRef>
          <a:fontRef idx="minor">
            <a:schemeClr val="tx1"/>
          </a:fontRef>
        </p:style>
      </p:cxnSp>
      <p:pic>
        <p:nvPicPr>
          <p:cNvPr id="8" name="Picture 7" descr="Screenshot 2025-11-04 at 5.20.59 PM"/>
          <p:cNvPicPr>
            <a:picLocks noChangeAspect="1"/>
          </p:cNvPicPr>
          <p:nvPr/>
        </p:nvPicPr>
        <p:blipFill>
          <a:blip r:embed="rId4"/>
          <a:stretch>
            <a:fillRect/>
          </a:stretch>
        </p:blipFill>
        <p:spPr>
          <a:xfrm>
            <a:off x="789305" y="1696085"/>
            <a:ext cx="5306695" cy="2061845"/>
          </a:xfrm>
          <a:prstGeom prst="rect">
            <a:avLst/>
          </a:prstGeom>
          <a:ln>
            <a:solidFill>
              <a:schemeClr val="accent1"/>
            </a:solidFill>
          </a:ln>
        </p:spPr>
      </p:pic>
    </p:spTree>
  </p:cSld>
  <p:clrMapOvr>
    <a:masterClrMapping/>
  </p:clrMapOvr>
  <p:transition spd="slow">
    <p:wip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10241" name="图片 3"/>
          <p:cNvPicPr>
            <a:picLocks noChangeAspect="1"/>
          </p:cNvPicPr>
          <p:nvPr/>
        </p:nvPicPr>
        <p:blipFill>
          <a:blip r:embed="rId1"/>
          <a:srcRect l="5727" r="16841" b="26530"/>
          <a:stretch>
            <a:fillRect/>
          </a:stretch>
        </p:blipFill>
        <p:spPr>
          <a:xfrm>
            <a:off x="0" y="0"/>
            <a:ext cx="12192000" cy="6858000"/>
          </a:xfrm>
          <a:prstGeom prst="rect">
            <a:avLst/>
          </a:prstGeom>
          <a:noFill/>
          <a:ln w="9525">
            <a:noFill/>
          </a:ln>
        </p:spPr>
      </p:pic>
      <p:sp>
        <p:nvSpPr>
          <p:cNvPr id="10250" name="文本框 28"/>
          <p:cNvSpPr txBox="1"/>
          <p:nvPr/>
        </p:nvSpPr>
        <p:spPr>
          <a:xfrm>
            <a:off x="96520" y="90805"/>
            <a:ext cx="3989070" cy="645160"/>
          </a:xfrm>
          <a:prstGeom prst="rect">
            <a:avLst/>
          </a:prstGeom>
          <a:noFill/>
          <a:ln w="9525">
            <a:noFill/>
          </a:ln>
        </p:spPr>
        <p:txBody>
          <a:bodyPr wrap="square" anchor="t">
            <a:spAutoFit/>
          </a:bodyPr>
          <a:p>
            <a:pPr>
              <a:buFont typeface="Arial" panose="020B0604020202090204" pitchFamily="34" charset="0"/>
            </a:pPr>
            <a:r>
              <a:rPr lang="en-US" altLang="en-US" sz="3600" b="1" dirty="0">
                <a:solidFill>
                  <a:srgbClr val="404040"/>
                </a:solidFill>
                <a:ea typeface="Calibri" panose="020F0502020204030204" pitchFamily="34" charset="0"/>
              </a:rPr>
              <a:t>Data Preparation</a:t>
            </a:r>
            <a:endParaRPr lang="en-US" altLang="en-US" sz="3600" b="1" dirty="0">
              <a:solidFill>
                <a:srgbClr val="404040"/>
              </a:solidFill>
              <a:ea typeface="Calibri" panose="020F0502020204030204" pitchFamily="34" charset="0"/>
            </a:endParaRPr>
          </a:p>
        </p:txBody>
      </p:sp>
      <p:sp>
        <p:nvSpPr>
          <p:cNvPr id="12" name="矩形 11"/>
          <p:cNvSpPr/>
          <p:nvPr/>
        </p:nvSpPr>
        <p:spPr>
          <a:xfrm>
            <a:off x="356870" y="857885"/>
            <a:ext cx="11423015" cy="5657850"/>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0253" name="文本框 6"/>
          <p:cNvSpPr txBox="1"/>
          <p:nvPr/>
        </p:nvSpPr>
        <p:spPr>
          <a:xfrm>
            <a:off x="956945" y="1922780"/>
            <a:ext cx="9671685" cy="735965"/>
          </a:xfrm>
          <a:prstGeom prst="rect">
            <a:avLst/>
          </a:prstGeom>
          <a:noFill/>
          <a:ln w="9525">
            <a:noFill/>
          </a:ln>
        </p:spPr>
        <p:txBody>
          <a:bodyPr wrap="square" anchor="t">
            <a:noAutofit/>
          </a:bodyPr>
          <a:p>
            <a:pPr>
              <a:buFont typeface="Arial" panose="020B0604020202090204" pitchFamily="34" charset="0"/>
            </a:pPr>
            <a:endParaRPr lang="en-US" altLang="en-US" sz="3200" b="1" dirty="0">
              <a:solidFill>
                <a:srgbClr val="404040"/>
              </a:solidFill>
              <a:ea typeface="Calibri" panose="020F0502020204030204" pitchFamily="34" charset="0"/>
            </a:endParaRPr>
          </a:p>
        </p:txBody>
      </p:sp>
      <p:sp>
        <p:nvSpPr>
          <p:cNvPr id="10255" name="矩形 8"/>
          <p:cNvSpPr/>
          <p:nvPr/>
        </p:nvSpPr>
        <p:spPr>
          <a:xfrm>
            <a:off x="550545" y="1022985"/>
            <a:ext cx="11118215" cy="5362575"/>
          </a:xfrm>
          <a:prstGeom prst="rect">
            <a:avLst/>
          </a:prstGeom>
          <a:noFill/>
          <a:ln w="9525">
            <a:noFill/>
          </a:ln>
        </p:spPr>
        <p:txBody>
          <a:bodyPr wrap="square" lIns="0" tIns="0" rIns="0" bIns="0" anchor="t">
            <a:noAutofit/>
          </a:bodyPr>
          <a:p>
            <a:pPr marL="457200" lvl="1" indent="457200" algn="l" defTabSz="1216025">
              <a:lnSpc>
                <a:spcPct val="90000"/>
              </a:lnSpc>
              <a:spcBef>
                <a:spcPct val="20000"/>
              </a:spcBef>
              <a:buFont typeface="Arial" panose="020B0604020202090204" pitchFamily="34" charset="0"/>
            </a:pPr>
            <a:r>
              <a:rPr lang="en-US" altLang="en-US" sz="2400" dirty="0">
                <a:solidFill>
                  <a:srgbClr val="404040"/>
                </a:solidFill>
                <a:ea typeface="Calibri" panose="020F0502020204030204" pitchFamily="34" charset="0"/>
                <a:sym typeface="Arial" panose="020B0604020202090204" pitchFamily="34" charset="0"/>
              </a:rPr>
              <a:t>Trimming &amp; Creating a new file to work with</a:t>
            </a:r>
            <a:endParaRPr lang="en-US" altLang="en-US" sz="2400" dirty="0">
              <a:solidFill>
                <a:srgbClr val="404040"/>
              </a:solidFill>
              <a:ea typeface="Calibri" panose="020F0502020204030204" pitchFamily="34" charset="0"/>
              <a:sym typeface="Arial" panose="020B0604020202090204" pitchFamily="34" charset="0"/>
            </a:endParaRPr>
          </a:p>
        </p:txBody>
      </p:sp>
      <p:pic>
        <p:nvPicPr>
          <p:cNvPr id="2" name="Picture 1" descr="Screenshot 2025-11-04 at 5.17.34 PM"/>
          <p:cNvPicPr>
            <a:picLocks noChangeAspect="1"/>
          </p:cNvPicPr>
          <p:nvPr/>
        </p:nvPicPr>
        <p:blipFill>
          <a:blip r:embed="rId2"/>
          <a:stretch>
            <a:fillRect/>
          </a:stretch>
        </p:blipFill>
        <p:spPr>
          <a:xfrm>
            <a:off x="469900" y="1762760"/>
            <a:ext cx="5349875" cy="3332480"/>
          </a:xfrm>
          <a:prstGeom prst="rect">
            <a:avLst/>
          </a:prstGeom>
          <a:ln>
            <a:solidFill>
              <a:schemeClr val="accent1"/>
            </a:solidFill>
          </a:ln>
        </p:spPr>
      </p:pic>
      <p:sp>
        <p:nvSpPr>
          <p:cNvPr id="4" name="Rectangles 3"/>
          <p:cNvSpPr/>
          <p:nvPr/>
        </p:nvSpPr>
        <p:spPr>
          <a:xfrm>
            <a:off x="1781175" y="3287395"/>
            <a:ext cx="1578610" cy="256540"/>
          </a:xfrm>
          <a:prstGeom prst="rect">
            <a:avLst/>
          </a:prstGeom>
          <a:noFill/>
          <a:ln w="28575">
            <a:solidFill>
              <a:srgbClr val="FF0000"/>
            </a:solidFill>
          </a:ln>
          <a:extLst>
            <a:ext uri="{909E8E84-426E-40DD-AFC4-6F175D3DCCD1}">
              <a14:hiddenFill xmlns:a14="http://schemas.microsoft.com/office/drawing/2010/main">
                <a:solidFill>
                  <a:schemeClr val="accent1"/>
                </a:solidFill>
              </a14:hiddenFill>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pic>
        <p:nvPicPr>
          <p:cNvPr id="8" name="Picture 7" descr="Screenshot 2025-11-04 at 5.18.35 PM"/>
          <p:cNvPicPr>
            <a:picLocks noChangeAspect="1"/>
          </p:cNvPicPr>
          <p:nvPr/>
        </p:nvPicPr>
        <p:blipFill>
          <a:blip r:embed="rId3"/>
          <a:stretch>
            <a:fillRect/>
          </a:stretch>
        </p:blipFill>
        <p:spPr>
          <a:xfrm>
            <a:off x="6280150" y="1416685"/>
            <a:ext cx="4686300" cy="889000"/>
          </a:xfrm>
          <a:prstGeom prst="rect">
            <a:avLst/>
          </a:prstGeom>
          <a:ln>
            <a:solidFill>
              <a:schemeClr val="accent1"/>
            </a:solidFill>
          </a:ln>
        </p:spPr>
      </p:pic>
      <p:pic>
        <p:nvPicPr>
          <p:cNvPr id="10" name="Picture 9" descr="Screenshot 2025-11-04 at 5.21.26 PM"/>
          <p:cNvPicPr>
            <a:picLocks noChangeAspect="1"/>
          </p:cNvPicPr>
          <p:nvPr/>
        </p:nvPicPr>
        <p:blipFill>
          <a:blip r:embed="rId4"/>
          <a:stretch>
            <a:fillRect/>
          </a:stretch>
        </p:blipFill>
        <p:spPr>
          <a:xfrm>
            <a:off x="6280150" y="2489200"/>
            <a:ext cx="4686300" cy="3333115"/>
          </a:xfrm>
          <a:prstGeom prst="rect">
            <a:avLst/>
          </a:prstGeom>
          <a:ln>
            <a:solidFill>
              <a:schemeClr val="accent1"/>
            </a:solidFill>
          </a:ln>
        </p:spPr>
      </p:pic>
    </p:spTree>
  </p:cSld>
  <p:clrMapOvr>
    <a:masterClrMapping/>
  </p:clrMapOvr>
  <p:transition spd="slow">
    <p:wip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10241" name="图片 3"/>
          <p:cNvPicPr>
            <a:picLocks noChangeAspect="1"/>
          </p:cNvPicPr>
          <p:nvPr/>
        </p:nvPicPr>
        <p:blipFill>
          <a:blip r:embed="rId1"/>
          <a:srcRect l="5727" r="16841" b="26530"/>
          <a:stretch>
            <a:fillRect/>
          </a:stretch>
        </p:blipFill>
        <p:spPr>
          <a:xfrm>
            <a:off x="0" y="0"/>
            <a:ext cx="12192000" cy="6858000"/>
          </a:xfrm>
          <a:prstGeom prst="rect">
            <a:avLst/>
          </a:prstGeom>
          <a:noFill/>
          <a:ln w="9525">
            <a:noFill/>
          </a:ln>
        </p:spPr>
      </p:pic>
      <p:sp>
        <p:nvSpPr>
          <p:cNvPr id="10250" name="文本框 28"/>
          <p:cNvSpPr txBox="1"/>
          <p:nvPr/>
        </p:nvSpPr>
        <p:spPr>
          <a:xfrm>
            <a:off x="96520" y="90805"/>
            <a:ext cx="3989070" cy="645160"/>
          </a:xfrm>
          <a:prstGeom prst="rect">
            <a:avLst/>
          </a:prstGeom>
          <a:noFill/>
          <a:ln w="9525">
            <a:noFill/>
          </a:ln>
        </p:spPr>
        <p:txBody>
          <a:bodyPr wrap="square" anchor="t">
            <a:spAutoFit/>
          </a:bodyPr>
          <a:p>
            <a:pPr>
              <a:buFont typeface="Arial" panose="020B0604020202090204" pitchFamily="34" charset="0"/>
            </a:pPr>
            <a:r>
              <a:rPr lang="en-US" altLang="en-US" sz="3600" b="1" dirty="0">
                <a:solidFill>
                  <a:srgbClr val="404040"/>
                </a:solidFill>
                <a:ea typeface="Calibri" panose="020F0502020204030204" pitchFamily="34" charset="0"/>
              </a:rPr>
              <a:t>Data Preparation</a:t>
            </a:r>
            <a:endParaRPr lang="en-US" altLang="en-US" sz="3600" b="1" dirty="0">
              <a:solidFill>
                <a:srgbClr val="404040"/>
              </a:solidFill>
              <a:ea typeface="Calibri" panose="020F0502020204030204" pitchFamily="34" charset="0"/>
            </a:endParaRPr>
          </a:p>
        </p:txBody>
      </p:sp>
      <p:sp>
        <p:nvSpPr>
          <p:cNvPr id="10253" name="文本框 6"/>
          <p:cNvSpPr txBox="1"/>
          <p:nvPr/>
        </p:nvSpPr>
        <p:spPr>
          <a:xfrm>
            <a:off x="956945" y="1922780"/>
            <a:ext cx="9671685" cy="735965"/>
          </a:xfrm>
          <a:prstGeom prst="rect">
            <a:avLst/>
          </a:prstGeom>
          <a:noFill/>
          <a:ln w="9525">
            <a:noFill/>
          </a:ln>
        </p:spPr>
        <p:txBody>
          <a:bodyPr wrap="square" anchor="t">
            <a:noAutofit/>
          </a:bodyPr>
          <a:p>
            <a:pPr>
              <a:buFont typeface="Arial" panose="020B0604020202090204" pitchFamily="34" charset="0"/>
            </a:pPr>
            <a:endParaRPr lang="en-US" altLang="en-US" sz="3200" b="1" dirty="0">
              <a:solidFill>
                <a:srgbClr val="404040"/>
              </a:solidFill>
              <a:ea typeface="Calibri" panose="020F0502020204030204" pitchFamily="34" charset="0"/>
            </a:endParaRPr>
          </a:p>
        </p:txBody>
      </p:sp>
      <p:sp>
        <p:nvSpPr>
          <p:cNvPr id="10255" name="矩形 8"/>
          <p:cNvSpPr/>
          <p:nvPr/>
        </p:nvSpPr>
        <p:spPr>
          <a:xfrm>
            <a:off x="550545" y="1022985"/>
            <a:ext cx="11118215" cy="5362575"/>
          </a:xfrm>
          <a:prstGeom prst="rect">
            <a:avLst/>
          </a:prstGeom>
          <a:noFill/>
          <a:ln w="9525">
            <a:noFill/>
          </a:ln>
        </p:spPr>
        <p:txBody>
          <a:bodyPr wrap="square" lIns="0" tIns="0" rIns="0" bIns="0" anchor="t">
            <a:noAutofit/>
          </a:bodyPr>
          <a:p>
            <a:pPr marL="457200" lvl="1" indent="457200" algn="l" defTabSz="1216025">
              <a:lnSpc>
                <a:spcPct val="90000"/>
              </a:lnSpc>
              <a:spcBef>
                <a:spcPct val="20000"/>
              </a:spcBef>
              <a:buFont typeface="Arial" panose="020B0604020202090204" pitchFamily="34" charset="0"/>
            </a:pPr>
            <a:r>
              <a:rPr lang="en-US" altLang="en-US" sz="2400" dirty="0">
                <a:solidFill>
                  <a:srgbClr val="404040"/>
                </a:solidFill>
                <a:ea typeface="Calibri" panose="020F0502020204030204" pitchFamily="34" charset="0"/>
                <a:sym typeface="Arial" panose="020B0604020202090204" pitchFamily="34" charset="0"/>
              </a:rPr>
              <a:t>Working on a new file:</a:t>
            </a:r>
            <a:endParaRPr lang="en-US" altLang="en-US" sz="2400" dirty="0">
              <a:solidFill>
                <a:srgbClr val="404040"/>
              </a:solidFill>
              <a:ea typeface="Calibri" panose="020F0502020204030204" pitchFamily="34" charset="0"/>
              <a:sym typeface="Arial" panose="020B0604020202090204" pitchFamily="34" charset="0"/>
            </a:endParaRPr>
          </a:p>
        </p:txBody>
      </p:sp>
      <p:pic>
        <p:nvPicPr>
          <p:cNvPr id="3" name="Picture 2" descr="Screenshot 2025-11-04 at 5.24.01 PM"/>
          <p:cNvPicPr>
            <a:picLocks noChangeAspect="1"/>
          </p:cNvPicPr>
          <p:nvPr/>
        </p:nvPicPr>
        <p:blipFill>
          <a:blip r:embed="rId2"/>
          <a:stretch>
            <a:fillRect/>
          </a:stretch>
        </p:blipFill>
        <p:spPr>
          <a:xfrm>
            <a:off x="311785" y="1598930"/>
            <a:ext cx="4620895" cy="3630930"/>
          </a:xfrm>
          <a:prstGeom prst="rect">
            <a:avLst/>
          </a:prstGeom>
        </p:spPr>
      </p:pic>
      <p:pic>
        <p:nvPicPr>
          <p:cNvPr id="5" name="Picture 4" descr="Screenshot 2025-11-04 at 5.24.15 PM"/>
          <p:cNvPicPr>
            <a:picLocks noChangeAspect="1"/>
          </p:cNvPicPr>
          <p:nvPr/>
        </p:nvPicPr>
        <p:blipFill>
          <a:blip r:embed="rId3"/>
          <a:srcRect r="44860"/>
          <a:stretch>
            <a:fillRect/>
          </a:stretch>
        </p:blipFill>
        <p:spPr>
          <a:xfrm>
            <a:off x="5204460" y="1598930"/>
            <a:ext cx="6668770" cy="3675380"/>
          </a:xfrm>
          <a:prstGeom prst="rect">
            <a:avLst/>
          </a:prstGeom>
        </p:spPr>
      </p:pic>
    </p:spTree>
  </p:cSld>
  <p:clrMapOvr>
    <a:masterClrMapping/>
  </p:clrMapOvr>
  <p:transition spd="slow">
    <p:wip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10241" name="图片 3"/>
          <p:cNvPicPr>
            <a:picLocks noChangeAspect="1"/>
          </p:cNvPicPr>
          <p:nvPr/>
        </p:nvPicPr>
        <p:blipFill>
          <a:blip r:embed="rId1"/>
          <a:srcRect l="5727" r="16841" b="26530"/>
          <a:stretch>
            <a:fillRect/>
          </a:stretch>
        </p:blipFill>
        <p:spPr>
          <a:xfrm>
            <a:off x="0" y="0"/>
            <a:ext cx="12192000" cy="6858000"/>
          </a:xfrm>
          <a:prstGeom prst="rect">
            <a:avLst/>
          </a:prstGeom>
          <a:noFill/>
          <a:ln w="9525">
            <a:noFill/>
          </a:ln>
        </p:spPr>
      </p:pic>
      <p:sp>
        <p:nvSpPr>
          <p:cNvPr id="10250" name="文本框 28"/>
          <p:cNvSpPr txBox="1"/>
          <p:nvPr/>
        </p:nvSpPr>
        <p:spPr>
          <a:xfrm>
            <a:off x="96520" y="90805"/>
            <a:ext cx="3989070" cy="645160"/>
          </a:xfrm>
          <a:prstGeom prst="rect">
            <a:avLst/>
          </a:prstGeom>
          <a:noFill/>
          <a:ln w="9525">
            <a:noFill/>
          </a:ln>
        </p:spPr>
        <p:txBody>
          <a:bodyPr wrap="square" anchor="t">
            <a:spAutoFit/>
          </a:bodyPr>
          <a:p>
            <a:pPr>
              <a:buFont typeface="Arial" panose="020B0604020202090204" pitchFamily="34" charset="0"/>
            </a:pPr>
            <a:r>
              <a:rPr lang="en-US" altLang="en-US" sz="3600" b="1" dirty="0">
                <a:solidFill>
                  <a:srgbClr val="404040"/>
                </a:solidFill>
                <a:ea typeface="Calibri" panose="020F0502020204030204" pitchFamily="34" charset="0"/>
              </a:rPr>
              <a:t>Data Preparation</a:t>
            </a:r>
            <a:endParaRPr lang="en-US" altLang="en-US" sz="3600" b="1" dirty="0">
              <a:solidFill>
                <a:srgbClr val="404040"/>
              </a:solidFill>
              <a:ea typeface="Calibri" panose="020F0502020204030204" pitchFamily="34" charset="0"/>
            </a:endParaRPr>
          </a:p>
        </p:txBody>
      </p:sp>
      <p:sp>
        <p:nvSpPr>
          <p:cNvPr id="10253" name="文本框 6"/>
          <p:cNvSpPr txBox="1"/>
          <p:nvPr/>
        </p:nvSpPr>
        <p:spPr>
          <a:xfrm>
            <a:off x="956945" y="1922780"/>
            <a:ext cx="9671685" cy="735965"/>
          </a:xfrm>
          <a:prstGeom prst="rect">
            <a:avLst/>
          </a:prstGeom>
          <a:noFill/>
          <a:ln w="9525">
            <a:noFill/>
          </a:ln>
        </p:spPr>
        <p:txBody>
          <a:bodyPr wrap="square" anchor="t">
            <a:noAutofit/>
          </a:bodyPr>
          <a:p>
            <a:pPr>
              <a:buFont typeface="Arial" panose="020B0604020202090204" pitchFamily="34" charset="0"/>
            </a:pPr>
            <a:endParaRPr lang="en-US" altLang="en-US" sz="3200" b="1" dirty="0">
              <a:solidFill>
                <a:srgbClr val="404040"/>
              </a:solidFill>
              <a:ea typeface="Calibri" panose="020F0502020204030204" pitchFamily="34" charset="0"/>
            </a:endParaRPr>
          </a:p>
        </p:txBody>
      </p:sp>
      <p:sp>
        <p:nvSpPr>
          <p:cNvPr id="10255" name="矩形 8"/>
          <p:cNvSpPr/>
          <p:nvPr/>
        </p:nvSpPr>
        <p:spPr>
          <a:xfrm>
            <a:off x="202565" y="1022985"/>
            <a:ext cx="10509250" cy="1496695"/>
          </a:xfrm>
          <a:prstGeom prst="rect">
            <a:avLst/>
          </a:prstGeom>
          <a:noFill/>
          <a:ln w="9525">
            <a:noFill/>
          </a:ln>
        </p:spPr>
        <p:txBody>
          <a:bodyPr wrap="square" lIns="0" tIns="0" rIns="0" bIns="0" anchor="t">
            <a:noAutofit/>
          </a:bodyPr>
          <a:p>
            <a:pPr marL="457200" lvl="1" indent="457200" algn="l" defTabSz="1216025">
              <a:lnSpc>
                <a:spcPct val="90000"/>
              </a:lnSpc>
              <a:spcBef>
                <a:spcPct val="20000"/>
              </a:spcBef>
              <a:buFont typeface="Arial" panose="020B0604020202090204" pitchFamily="34" charset="0"/>
            </a:pPr>
            <a:r>
              <a:rPr lang="en-US" altLang="en-US" sz="2000" dirty="0">
                <a:solidFill>
                  <a:srgbClr val="404040"/>
                </a:solidFill>
                <a:ea typeface="Calibri" panose="020F0502020204030204" pitchFamily="34" charset="0"/>
                <a:sym typeface="Arial" panose="020B0604020202090204" pitchFamily="34" charset="0"/>
              </a:rPr>
              <a:t>I removed unnecessary columns such as ‘Year’, ‘Month’, and ‘UniqueCarrier’ since they had the same values for all flights.</a:t>
            </a:r>
            <a:endParaRPr lang="en-US" altLang="en-US" sz="2000" dirty="0">
              <a:solidFill>
                <a:srgbClr val="404040"/>
              </a:solidFill>
              <a:ea typeface="Calibri" panose="020F0502020204030204" pitchFamily="34" charset="0"/>
              <a:sym typeface="Arial" panose="020B0604020202090204" pitchFamily="34" charset="0"/>
            </a:endParaRPr>
          </a:p>
          <a:p>
            <a:pPr marL="457200" lvl="1" indent="457200" algn="l" defTabSz="1216025">
              <a:lnSpc>
                <a:spcPct val="90000"/>
              </a:lnSpc>
              <a:spcBef>
                <a:spcPct val="20000"/>
              </a:spcBef>
              <a:buFont typeface="Arial" panose="020B0604020202090204" pitchFamily="34" charset="0"/>
            </a:pPr>
            <a:r>
              <a:rPr lang="en-US" altLang="en-US" sz="2000" dirty="0">
                <a:solidFill>
                  <a:srgbClr val="404040"/>
                </a:solidFill>
                <a:ea typeface="Calibri" panose="020F0502020204030204" pitchFamily="34" charset="0"/>
                <a:sym typeface="Arial" panose="020B0604020202090204" pitchFamily="34" charset="0"/>
              </a:rPr>
              <a:t>I also checked for missing values and handled them properly.</a:t>
            </a:r>
            <a:endParaRPr lang="en-US" altLang="en-US" sz="2000" dirty="0">
              <a:solidFill>
                <a:srgbClr val="404040"/>
              </a:solidFill>
              <a:ea typeface="Calibri" panose="020F0502020204030204" pitchFamily="34" charset="0"/>
              <a:sym typeface="Arial" panose="020B0604020202090204" pitchFamily="34" charset="0"/>
            </a:endParaRPr>
          </a:p>
        </p:txBody>
      </p:sp>
      <p:pic>
        <p:nvPicPr>
          <p:cNvPr id="2" name="Picture 1" descr="Screenshot 2025-11-04 at 5.28.22 PM"/>
          <p:cNvPicPr>
            <a:picLocks noChangeAspect="1"/>
          </p:cNvPicPr>
          <p:nvPr/>
        </p:nvPicPr>
        <p:blipFill>
          <a:blip r:embed="rId2"/>
          <a:stretch>
            <a:fillRect/>
          </a:stretch>
        </p:blipFill>
        <p:spPr>
          <a:xfrm>
            <a:off x="942975" y="1964690"/>
            <a:ext cx="10012680" cy="1129665"/>
          </a:xfrm>
          <a:prstGeom prst="rect">
            <a:avLst/>
          </a:prstGeom>
        </p:spPr>
      </p:pic>
      <p:pic>
        <p:nvPicPr>
          <p:cNvPr id="6" name="Picture 5" descr="Screenshot 2025-11-04 at 5.28.58 PM"/>
          <p:cNvPicPr>
            <a:picLocks noChangeAspect="1"/>
          </p:cNvPicPr>
          <p:nvPr/>
        </p:nvPicPr>
        <p:blipFill>
          <a:blip r:embed="rId3"/>
          <a:stretch>
            <a:fillRect/>
          </a:stretch>
        </p:blipFill>
        <p:spPr>
          <a:xfrm>
            <a:off x="5831205" y="3175635"/>
            <a:ext cx="6264275" cy="2758440"/>
          </a:xfrm>
          <a:prstGeom prst="rect">
            <a:avLst/>
          </a:prstGeom>
        </p:spPr>
      </p:pic>
      <p:pic>
        <p:nvPicPr>
          <p:cNvPr id="7" name="Picture 6" descr="Screenshot 2025-11-04 at 5.30.02 PM"/>
          <p:cNvPicPr>
            <a:picLocks noChangeAspect="1"/>
          </p:cNvPicPr>
          <p:nvPr/>
        </p:nvPicPr>
        <p:blipFill>
          <a:blip r:embed="rId4"/>
          <a:stretch>
            <a:fillRect/>
          </a:stretch>
        </p:blipFill>
        <p:spPr>
          <a:xfrm>
            <a:off x="248920" y="3175635"/>
            <a:ext cx="5475605" cy="3283585"/>
          </a:xfrm>
          <a:prstGeom prst="rect">
            <a:avLst/>
          </a:prstGeom>
        </p:spPr>
      </p:pic>
      <p:sp>
        <p:nvSpPr>
          <p:cNvPr id="8" name="Rectangles 7"/>
          <p:cNvSpPr/>
          <p:nvPr/>
        </p:nvSpPr>
        <p:spPr>
          <a:xfrm>
            <a:off x="248920" y="6202680"/>
            <a:ext cx="1468120" cy="256540"/>
          </a:xfrm>
          <a:prstGeom prst="rect">
            <a:avLst/>
          </a:prstGeom>
          <a:noFill/>
          <a:ln w="28575">
            <a:solidFill>
              <a:srgbClr val="FF0000"/>
            </a:solidFill>
          </a:ln>
          <a:extLst>
            <a:ext uri="{909E8E84-426E-40DD-AFC4-6F175D3DCCD1}">
              <a14:hiddenFill xmlns:a14="http://schemas.microsoft.com/office/drawing/2010/main">
                <a:solidFill>
                  <a:schemeClr val="accent1"/>
                </a:solidFill>
              </a14:hiddenFill>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4" name="Rectangles 3"/>
          <p:cNvSpPr/>
          <p:nvPr/>
        </p:nvSpPr>
        <p:spPr>
          <a:xfrm>
            <a:off x="5831205" y="5677535"/>
            <a:ext cx="1370330" cy="256540"/>
          </a:xfrm>
          <a:prstGeom prst="rect">
            <a:avLst/>
          </a:prstGeom>
          <a:noFill/>
          <a:ln w="28575">
            <a:solidFill>
              <a:srgbClr val="FF0000"/>
            </a:solidFill>
          </a:ln>
          <a:extLst>
            <a:ext uri="{909E8E84-426E-40DD-AFC4-6F175D3DCCD1}">
              <a14:hiddenFill xmlns:a14="http://schemas.microsoft.com/office/drawing/2010/main">
                <a:solidFill>
                  <a:schemeClr val="accent1"/>
                </a:solidFill>
              </a14:hiddenFill>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Tree>
  </p:cSld>
  <p:clrMapOvr>
    <a:masterClrMapping/>
  </p:clrMapOvr>
  <p:transition spd="slow">
    <p:wip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10241" name="图片 3"/>
          <p:cNvPicPr>
            <a:picLocks noChangeAspect="1"/>
          </p:cNvPicPr>
          <p:nvPr/>
        </p:nvPicPr>
        <p:blipFill>
          <a:blip r:embed="rId1"/>
          <a:srcRect l="5727" r="16841" b="26530"/>
          <a:stretch>
            <a:fillRect/>
          </a:stretch>
        </p:blipFill>
        <p:spPr>
          <a:xfrm>
            <a:off x="0" y="0"/>
            <a:ext cx="12192000" cy="6858000"/>
          </a:xfrm>
          <a:prstGeom prst="rect">
            <a:avLst/>
          </a:prstGeom>
          <a:noFill/>
          <a:ln w="9525">
            <a:noFill/>
          </a:ln>
        </p:spPr>
      </p:pic>
      <p:sp>
        <p:nvSpPr>
          <p:cNvPr id="10255" name="矩形 8"/>
          <p:cNvSpPr/>
          <p:nvPr/>
        </p:nvSpPr>
        <p:spPr>
          <a:xfrm>
            <a:off x="6988175" y="200660"/>
            <a:ext cx="5019675" cy="1223010"/>
          </a:xfrm>
          <a:prstGeom prst="rect">
            <a:avLst/>
          </a:prstGeom>
          <a:noFill/>
          <a:ln w="9525">
            <a:noFill/>
          </a:ln>
        </p:spPr>
        <p:txBody>
          <a:bodyPr wrap="square" lIns="0" tIns="0" rIns="0" bIns="0" anchor="t">
            <a:noAutofit/>
          </a:bodyPr>
          <a:p>
            <a:pPr marL="457200" lvl="1" indent="457200" algn="l" defTabSz="1216025">
              <a:lnSpc>
                <a:spcPct val="90000"/>
              </a:lnSpc>
              <a:spcBef>
                <a:spcPct val="20000"/>
              </a:spcBef>
              <a:buFont typeface="Arial" panose="020B0604020202090204" pitchFamily="34" charset="0"/>
            </a:pPr>
            <a:r>
              <a:rPr lang="en-US" altLang="en-US" sz="3200" dirty="0">
                <a:solidFill>
                  <a:srgbClr val="404040"/>
                </a:solidFill>
                <a:ea typeface="Calibri" panose="020F0502020204030204" pitchFamily="34" charset="0"/>
                <a:sym typeface="Arial" panose="020B0604020202090204" pitchFamily="34" charset="0"/>
              </a:rPr>
              <a:t>What are we gonna do with the same values?</a:t>
            </a:r>
            <a:endParaRPr lang="en-US" altLang="en-US" sz="3200" dirty="0">
              <a:solidFill>
                <a:srgbClr val="404040"/>
              </a:solidFill>
              <a:ea typeface="Calibri" panose="020F0502020204030204" pitchFamily="34" charset="0"/>
              <a:sym typeface="Arial" panose="020B0604020202090204" pitchFamily="34" charset="0"/>
            </a:endParaRPr>
          </a:p>
        </p:txBody>
      </p:sp>
      <p:pic>
        <p:nvPicPr>
          <p:cNvPr id="3" name="Picture 2" descr="Screenshot 2025-11-04 at 5.32.35 PM"/>
          <p:cNvPicPr>
            <a:picLocks noChangeAspect="1"/>
          </p:cNvPicPr>
          <p:nvPr/>
        </p:nvPicPr>
        <p:blipFill>
          <a:blip r:embed="rId2"/>
          <a:stretch>
            <a:fillRect/>
          </a:stretch>
        </p:blipFill>
        <p:spPr>
          <a:xfrm>
            <a:off x="277495" y="187325"/>
            <a:ext cx="6710680" cy="6576695"/>
          </a:xfrm>
          <a:prstGeom prst="rect">
            <a:avLst/>
          </a:prstGeom>
        </p:spPr>
      </p:pic>
      <p:sp>
        <p:nvSpPr>
          <p:cNvPr id="8" name="Rectangles 7"/>
          <p:cNvSpPr/>
          <p:nvPr/>
        </p:nvSpPr>
        <p:spPr>
          <a:xfrm>
            <a:off x="3718560" y="1022985"/>
            <a:ext cx="2468880" cy="3220720"/>
          </a:xfrm>
          <a:prstGeom prst="rect">
            <a:avLst/>
          </a:prstGeom>
          <a:noFill/>
          <a:ln w="28575">
            <a:solidFill>
              <a:srgbClr val="FF0000"/>
            </a:solidFill>
          </a:ln>
          <a:extLst>
            <a:ext uri="{909E8E84-426E-40DD-AFC4-6F175D3DCCD1}">
              <a14:hiddenFill xmlns:a14="http://schemas.microsoft.com/office/drawing/2010/main">
                <a:solidFill>
                  <a:schemeClr val="accent1"/>
                </a:solidFill>
              </a14:hiddenFill>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5" name="Rectangles 4"/>
          <p:cNvSpPr/>
          <p:nvPr/>
        </p:nvSpPr>
        <p:spPr>
          <a:xfrm>
            <a:off x="347345" y="6154420"/>
            <a:ext cx="768985" cy="495300"/>
          </a:xfrm>
          <a:prstGeom prst="rect">
            <a:avLst/>
          </a:prstGeom>
          <a:noFill/>
          <a:ln w="28575">
            <a:solidFill>
              <a:srgbClr val="FF0000"/>
            </a:solidFill>
          </a:ln>
          <a:extLst>
            <a:ext uri="{909E8E84-426E-40DD-AFC4-6F175D3DCCD1}">
              <a14:hiddenFill xmlns:a14="http://schemas.microsoft.com/office/drawing/2010/main">
                <a:solidFill>
                  <a:schemeClr val="accent1"/>
                </a:solidFill>
              </a14:hiddenFill>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pic>
        <p:nvPicPr>
          <p:cNvPr id="9" name="Picture 8" descr="Screenshot 2025-11-04 at 5.34.39 PM"/>
          <p:cNvPicPr>
            <a:picLocks noChangeAspect="1"/>
          </p:cNvPicPr>
          <p:nvPr/>
        </p:nvPicPr>
        <p:blipFill>
          <a:blip r:embed="rId3"/>
          <a:stretch>
            <a:fillRect/>
          </a:stretch>
        </p:blipFill>
        <p:spPr>
          <a:xfrm>
            <a:off x="7145655" y="1158240"/>
            <a:ext cx="4833620" cy="4269740"/>
          </a:xfrm>
          <a:prstGeom prst="rect">
            <a:avLst/>
          </a:prstGeom>
        </p:spPr>
      </p:pic>
      <p:pic>
        <p:nvPicPr>
          <p:cNvPr id="2" name="Picture 1" descr="Screenshot 2025-11-04 at 5.38.19 PM"/>
          <p:cNvPicPr>
            <a:picLocks noChangeAspect="1"/>
          </p:cNvPicPr>
          <p:nvPr/>
        </p:nvPicPr>
        <p:blipFill>
          <a:blip r:embed="rId4"/>
          <a:stretch>
            <a:fillRect/>
          </a:stretch>
        </p:blipFill>
        <p:spPr>
          <a:xfrm>
            <a:off x="7841615" y="5481320"/>
            <a:ext cx="3441700" cy="1168400"/>
          </a:xfrm>
          <a:prstGeom prst="rect">
            <a:avLst/>
          </a:prstGeom>
        </p:spPr>
      </p:pic>
      <p:cxnSp>
        <p:nvCxnSpPr>
          <p:cNvPr id="4" name="Curved Connector 3"/>
          <p:cNvCxnSpPr/>
          <p:nvPr/>
        </p:nvCxnSpPr>
        <p:spPr>
          <a:xfrm rot="16200000" flipV="1">
            <a:off x="6289675" y="4697095"/>
            <a:ext cx="1708785" cy="1081405"/>
          </a:xfrm>
          <a:prstGeom prst="curvedConnector3">
            <a:avLst>
              <a:gd name="adj1" fmla="val -3455"/>
            </a:avLst>
          </a:prstGeom>
          <a:ln w="44450">
            <a:solidFill>
              <a:srgbClr val="FF0000"/>
            </a:solidFill>
            <a:tailEnd type="arrow" w="med" len="med"/>
          </a:ln>
        </p:spPr>
        <p:style>
          <a:lnRef idx="3">
            <a:schemeClr val="accent1"/>
          </a:lnRef>
          <a:fillRef idx="0">
            <a:srgbClr val="FFFFFF"/>
          </a:fillRef>
          <a:effectRef idx="0">
            <a:srgbClr val="FFFFFF"/>
          </a:effectRef>
          <a:fontRef idx="minor">
            <a:schemeClr val="tx1"/>
          </a:fontRef>
        </p:style>
      </p:cxnSp>
    </p:spTree>
  </p:cSld>
  <p:clrMapOvr>
    <a:masterClrMapping/>
  </p:clrMapOvr>
  <p:transition spd="slow">
    <p:wip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10241" name="图片 3"/>
          <p:cNvPicPr>
            <a:picLocks noChangeAspect="1"/>
          </p:cNvPicPr>
          <p:nvPr/>
        </p:nvPicPr>
        <p:blipFill>
          <a:blip r:embed="rId1"/>
          <a:srcRect l="5727" r="16841" b="26530"/>
          <a:stretch>
            <a:fillRect/>
          </a:stretch>
        </p:blipFill>
        <p:spPr>
          <a:xfrm>
            <a:off x="0" y="0"/>
            <a:ext cx="12192000" cy="6858000"/>
          </a:xfrm>
          <a:prstGeom prst="rect">
            <a:avLst/>
          </a:prstGeom>
          <a:noFill/>
          <a:ln w="9525">
            <a:noFill/>
          </a:ln>
        </p:spPr>
      </p:pic>
      <p:sp>
        <p:nvSpPr>
          <p:cNvPr id="10255" name="矩形 8"/>
          <p:cNvSpPr/>
          <p:nvPr/>
        </p:nvSpPr>
        <p:spPr>
          <a:xfrm>
            <a:off x="96520" y="1494790"/>
            <a:ext cx="4700905" cy="1533525"/>
          </a:xfrm>
          <a:prstGeom prst="rect">
            <a:avLst/>
          </a:prstGeom>
          <a:noFill/>
          <a:ln w="9525">
            <a:noFill/>
          </a:ln>
        </p:spPr>
        <p:txBody>
          <a:bodyPr wrap="square" lIns="0" tIns="0" rIns="0" bIns="0" anchor="t">
            <a:noAutofit/>
          </a:bodyPr>
          <a:p>
            <a:pPr marL="457200" lvl="1" indent="457200" algn="l" defTabSz="1216025">
              <a:lnSpc>
                <a:spcPct val="90000"/>
              </a:lnSpc>
              <a:spcBef>
                <a:spcPct val="20000"/>
              </a:spcBef>
              <a:buFont typeface="Arial" panose="020B0604020202090204" pitchFamily="34" charset="0"/>
            </a:pPr>
            <a:r>
              <a:rPr lang="en-US" altLang="en-US" sz="3200" dirty="0">
                <a:solidFill>
                  <a:srgbClr val="404040"/>
                </a:solidFill>
                <a:ea typeface="Calibri" panose="020F0502020204030204" pitchFamily="34" charset="0"/>
                <a:sym typeface="Arial" panose="020B0604020202090204" pitchFamily="34" charset="0"/>
              </a:rPr>
              <a:t>Let’s check if the are more columns to get rid of</a:t>
            </a:r>
            <a:endParaRPr lang="en-US" altLang="en-US" sz="3200" dirty="0">
              <a:solidFill>
                <a:srgbClr val="404040"/>
              </a:solidFill>
              <a:ea typeface="Calibri" panose="020F0502020204030204" pitchFamily="34" charset="0"/>
              <a:sym typeface="Arial" panose="020B0604020202090204" pitchFamily="34" charset="0"/>
            </a:endParaRPr>
          </a:p>
        </p:txBody>
      </p:sp>
      <p:sp>
        <p:nvSpPr>
          <p:cNvPr id="10250" name="文本框 28"/>
          <p:cNvSpPr txBox="1"/>
          <p:nvPr/>
        </p:nvSpPr>
        <p:spPr>
          <a:xfrm>
            <a:off x="96520" y="90805"/>
            <a:ext cx="3989070" cy="645160"/>
          </a:xfrm>
          <a:prstGeom prst="rect">
            <a:avLst/>
          </a:prstGeom>
          <a:noFill/>
          <a:ln w="9525">
            <a:noFill/>
          </a:ln>
        </p:spPr>
        <p:txBody>
          <a:bodyPr wrap="square" anchor="t">
            <a:spAutoFit/>
          </a:bodyPr>
          <a:p>
            <a:pPr>
              <a:buFont typeface="Arial" panose="020B0604020202090204" pitchFamily="34" charset="0"/>
            </a:pPr>
            <a:r>
              <a:rPr lang="en-US" altLang="en-US" sz="3600" b="1" dirty="0">
                <a:solidFill>
                  <a:srgbClr val="404040"/>
                </a:solidFill>
                <a:ea typeface="Calibri" panose="020F0502020204030204" pitchFamily="34" charset="0"/>
              </a:rPr>
              <a:t>Data Preparation</a:t>
            </a:r>
            <a:endParaRPr lang="en-US" altLang="en-US" sz="3600" b="1" dirty="0">
              <a:solidFill>
                <a:srgbClr val="404040"/>
              </a:solidFill>
              <a:ea typeface="Calibri" panose="020F0502020204030204" pitchFamily="34" charset="0"/>
            </a:endParaRPr>
          </a:p>
        </p:txBody>
      </p:sp>
      <p:pic>
        <p:nvPicPr>
          <p:cNvPr id="7" name="Picture 6" descr="Screenshot 2025-11-04 at 5.43.48 PM"/>
          <p:cNvPicPr>
            <a:picLocks noChangeAspect="1"/>
          </p:cNvPicPr>
          <p:nvPr/>
        </p:nvPicPr>
        <p:blipFill>
          <a:blip r:embed="rId2"/>
          <a:stretch>
            <a:fillRect/>
          </a:stretch>
        </p:blipFill>
        <p:spPr>
          <a:xfrm>
            <a:off x="6141720" y="332105"/>
            <a:ext cx="5088255" cy="6193155"/>
          </a:xfrm>
          <a:prstGeom prst="rect">
            <a:avLst/>
          </a:prstGeom>
        </p:spPr>
      </p:pic>
    </p:spTree>
  </p:cSld>
  <p:clrMapOvr>
    <a:masterClrMapping/>
  </p:clrMapOvr>
  <p:transition spd="slow">
    <p:wip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10241" name="图片 3"/>
          <p:cNvPicPr>
            <a:picLocks noChangeAspect="1"/>
          </p:cNvPicPr>
          <p:nvPr/>
        </p:nvPicPr>
        <p:blipFill>
          <a:blip r:embed="rId1"/>
          <a:srcRect l="5727" r="16841" b="26530"/>
          <a:stretch>
            <a:fillRect/>
          </a:stretch>
        </p:blipFill>
        <p:spPr>
          <a:xfrm>
            <a:off x="0" y="0"/>
            <a:ext cx="12192000" cy="6858000"/>
          </a:xfrm>
          <a:prstGeom prst="rect">
            <a:avLst/>
          </a:prstGeom>
          <a:noFill/>
          <a:ln w="9525">
            <a:noFill/>
          </a:ln>
        </p:spPr>
      </p:pic>
      <p:sp>
        <p:nvSpPr>
          <p:cNvPr id="10255" name="矩形 8"/>
          <p:cNvSpPr/>
          <p:nvPr/>
        </p:nvSpPr>
        <p:spPr>
          <a:xfrm>
            <a:off x="96520" y="1200150"/>
            <a:ext cx="8086090" cy="1533525"/>
          </a:xfrm>
          <a:prstGeom prst="rect">
            <a:avLst/>
          </a:prstGeom>
          <a:noFill/>
          <a:ln w="9525">
            <a:noFill/>
          </a:ln>
        </p:spPr>
        <p:txBody>
          <a:bodyPr wrap="square" lIns="0" tIns="0" rIns="0" bIns="0" anchor="t">
            <a:noAutofit/>
          </a:bodyPr>
          <a:p>
            <a:pPr marL="457200" lvl="1" indent="457200" algn="l" defTabSz="1216025">
              <a:lnSpc>
                <a:spcPct val="90000"/>
              </a:lnSpc>
              <a:spcBef>
                <a:spcPct val="20000"/>
              </a:spcBef>
              <a:buFont typeface="Arial" panose="020B0604020202090204" pitchFamily="34" charset="0"/>
            </a:pPr>
            <a:r>
              <a:rPr lang="en-US" altLang="en-US" sz="2400" dirty="0">
                <a:solidFill>
                  <a:srgbClr val="404040"/>
                </a:solidFill>
                <a:ea typeface="Calibri" panose="020F0502020204030204" pitchFamily="34" charset="0"/>
                <a:sym typeface="Arial" panose="020B0604020202090204" pitchFamily="34" charset="0"/>
              </a:rPr>
              <a:t>The first few (only 4 missing) can safely be filled or dropped.</a:t>
            </a:r>
            <a:endParaRPr lang="en-US" altLang="en-US" sz="2400" dirty="0">
              <a:solidFill>
                <a:srgbClr val="404040"/>
              </a:solidFill>
              <a:ea typeface="Calibri" panose="020F0502020204030204" pitchFamily="34" charset="0"/>
              <a:sym typeface="Arial" panose="020B0604020202090204" pitchFamily="34" charset="0"/>
            </a:endParaRPr>
          </a:p>
        </p:txBody>
      </p:sp>
      <p:sp>
        <p:nvSpPr>
          <p:cNvPr id="10250" name="文本框 28"/>
          <p:cNvSpPr txBox="1"/>
          <p:nvPr/>
        </p:nvSpPr>
        <p:spPr>
          <a:xfrm>
            <a:off x="96520" y="90805"/>
            <a:ext cx="5998845" cy="706755"/>
          </a:xfrm>
          <a:prstGeom prst="rect">
            <a:avLst/>
          </a:prstGeom>
          <a:noFill/>
          <a:ln w="9525">
            <a:noFill/>
          </a:ln>
        </p:spPr>
        <p:txBody>
          <a:bodyPr wrap="square" anchor="t">
            <a:spAutoFit/>
          </a:bodyPr>
          <a:p>
            <a:pPr>
              <a:buFont typeface="Arial" panose="020B0604020202090204" pitchFamily="34" charset="0"/>
            </a:pPr>
            <a:r>
              <a:rPr lang="en-US" altLang="en-US" sz="4000" b="1" dirty="0">
                <a:solidFill>
                  <a:srgbClr val="404040"/>
                </a:solidFill>
                <a:ea typeface="Calibri" panose="020F0502020204030204" pitchFamily="34" charset="0"/>
              </a:rPr>
              <a:t>Data Preparation</a:t>
            </a:r>
            <a:endParaRPr lang="en-US" altLang="en-US" sz="4000" b="1" dirty="0">
              <a:solidFill>
                <a:srgbClr val="404040"/>
              </a:solidFill>
              <a:ea typeface="Calibri" panose="020F0502020204030204" pitchFamily="34" charset="0"/>
            </a:endParaRPr>
          </a:p>
        </p:txBody>
      </p:sp>
      <p:pic>
        <p:nvPicPr>
          <p:cNvPr id="2" name="Picture 1" descr="Screenshot 2025-11-04 at 5.44.51 PM"/>
          <p:cNvPicPr>
            <a:picLocks noChangeAspect="1"/>
          </p:cNvPicPr>
          <p:nvPr/>
        </p:nvPicPr>
        <p:blipFill>
          <a:blip r:embed="rId2"/>
          <a:stretch>
            <a:fillRect/>
          </a:stretch>
        </p:blipFill>
        <p:spPr>
          <a:xfrm>
            <a:off x="9032875" y="62230"/>
            <a:ext cx="2860040" cy="6698615"/>
          </a:xfrm>
          <a:prstGeom prst="rect">
            <a:avLst/>
          </a:prstGeom>
        </p:spPr>
      </p:pic>
      <p:pic>
        <p:nvPicPr>
          <p:cNvPr id="3" name="Picture 2" descr="Screenshot 2025-11-04 at 5.48.01 PM"/>
          <p:cNvPicPr>
            <a:picLocks noChangeAspect="1"/>
          </p:cNvPicPr>
          <p:nvPr/>
        </p:nvPicPr>
        <p:blipFill>
          <a:blip r:embed="rId3"/>
          <a:stretch>
            <a:fillRect/>
          </a:stretch>
        </p:blipFill>
        <p:spPr>
          <a:xfrm>
            <a:off x="326390" y="2431415"/>
            <a:ext cx="8318500" cy="1549400"/>
          </a:xfrm>
          <a:prstGeom prst="rect">
            <a:avLst/>
          </a:prstGeom>
        </p:spPr>
      </p:pic>
      <p:sp>
        <p:nvSpPr>
          <p:cNvPr id="4" name="Rectangles 3"/>
          <p:cNvSpPr/>
          <p:nvPr/>
        </p:nvSpPr>
        <p:spPr>
          <a:xfrm>
            <a:off x="9253855" y="5283200"/>
            <a:ext cx="2299970" cy="1169035"/>
          </a:xfrm>
          <a:prstGeom prst="rect">
            <a:avLst/>
          </a:prstGeom>
          <a:noFill/>
          <a:ln w="28575">
            <a:solidFill>
              <a:srgbClr val="FF0000"/>
            </a:solidFill>
          </a:ln>
          <a:extLst>
            <a:ext uri="{909E8E84-426E-40DD-AFC4-6F175D3DCCD1}">
              <a14:hiddenFill xmlns:a14="http://schemas.microsoft.com/office/drawing/2010/main">
                <a:solidFill>
                  <a:schemeClr val="accent1"/>
                </a:solidFill>
              </a14:hiddenFill>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pic>
        <p:nvPicPr>
          <p:cNvPr id="6" name="Picture 5" descr="Screenshot 2025-11-04 at 5.50.42 PM"/>
          <p:cNvPicPr>
            <a:picLocks noChangeAspect="1"/>
          </p:cNvPicPr>
          <p:nvPr/>
        </p:nvPicPr>
        <p:blipFill>
          <a:blip r:embed="rId4"/>
          <a:stretch>
            <a:fillRect/>
          </a:stretch>
        </p:blipFill>
        <p:spPr>
          <a:xfrm>
            <a:off x="1828165" y="4307205"/>
            <a:ext cx="4267200" cy="2145030"/>
          </a:xfrm>
          <a:prstGeom prst="rect">
            <a:avLst/>
          </a:prstGeom>
        </p:spPr>
      </p:pic>
    </p:spTree>
  </p:cSld>
  <p:clrMapOvr>
    <a:masterClrMapping/>
  </p:clrMapOvr>
  <p:transition spd="slow">
    <p:wipe/>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10241" name="图片 3"/>
          <p:cNvPicPr>
            <a:picLocks noChangeAspect="1"/>
          </p:cNvPicPr>
          <p:nvPr/>
        </p:nvPicPr>
        <p:blipFill>
          <a:blip r:embed="rId1"/>
          <a:srcRect l="5727" r="16841" b="26530"/>
          <a:stretch>
            <a:fillRect/>
          </a:stretch>
        </p:blipFill>
        <p:spPr>
          <a:xfrm>
            <a:off x="0" y="0"/>
            <a:ext cx="12192000" cy="6858000"/>
          </a:xfrm>
          <a:prstGeom prst="rect">
            <a:avLst/>
          </a:prstGeom>
          <a:noFill/>
          <a:ln w="9525">
            <a:noFill/>
          </a:ln>
        </p:spPr>
      </p:pic>
      <p:sp>
        <p:nvSpPr>
          <p:cNvPr id="10255" name="矩形 8"/>
          <p:cNvSpPr/>
          <p:nvPr/>
        </p:nvSpPr>
        <p:spPr>
          <a:xfrm>
            <a:off x="96520" y="1102360"/>
            <a:ext cx="5431155" cy="1533525"/>
          </a:xfrm>
          <a:prstGeom prst="rect">
            <a:avLst/>
          </a:prstGeom>
          <a:noFill/>
          <a:ln w="9525">
            <a:noFill/>
          </a:ln>
        </p:spPr>
        <p:txBody>
          <a:bodyPr wrap="square" lIns="0" tIns="0" rIns="0" bIns="0" anchor="t">
            <a:noAutofit/>
          </a:bodyPr>
          <a:p>
            <a:pPr marL="0" lvl="0" indent="457200" algn="l" defTabSz="1216025">
              <a:lnSpc>
                <a:spcPct val="90000"/>
              </a:lnSpc>
              <a:spcBef>
                <a:spcPct val="20000"/>
              </a:spcBef>
              <a:buFont typeface="Arial" panose="020B0604020202090204" pitchFamily="34" charset="0"/>
            </a:pPr>
            <a:r>
              <a:rPr lang="en-US" altLang="en-US" sz="2400" dirty="0">
                <a:solidFill>
                  <a:srgbClr val="404040"/>
                </a:solidFill>
                <a:ea typeface="Calibri" panose="020F0502020204030204" pitchFamily="34" charset="0"/>
                <a:sym typeface="Arial" panose="020B0604020202090204" pitchFamily="34" charset="0"/>
              </a:rPr>
              <a:t>Visualizing the missing values using </a:t>
            </a:r>
            <a:r>
              <a:rPr lang="en-US" altLang="en-US" sz="2400" b="1" dirty="0">
                <a:solidFill>
                  <a:srgbClr val="404040"/>
                </a:solidFill>
                <a:ea typeface="Calibri" panose="020F0502020204030204" pitchFamily="34" charset="0"/>
                <a:sym typeface="Arial" panose="020B0604020202090204" pitchFamily="34" charset="0"/>
              </a:rPr>
              <a:t>Seaborn</a:t>
            </a:r>
            <a:endParaRPr lang="en-US" altLang="en-US" sz="2400" b="1" dirty="0">
              <a:solidFill>
                <a:srgbClr val="404040"/>
              </a:solidFill>
              <a:ea typeface="Calibri" panose="020F0502020204030204" pitchFamily="34" charset="0"/>
              <a:sym typeface="Arial" panose="020B0604020202090204" pitchFamily="34" charset="0"/>
            </a:endParaRPr>
          </a:p>
        </p:txBody>
      </p:sp>
      <p:sp>
        <p:nvSpPr>
          <p:cNvPr id="10250" name="文本框 28"/>
          <p:cNvSpPr txBox="1"/>
          <p:nvPr/>
        </p:nvSpPr>
        <p:spPr>
          <a:xfrm>
            <a:off x="96520" y="90805"/>
            <a:ext cx="5998845" cy="706755"/>
          </a:xfrm>
          <a:prstGeom prst="rect">
            <a:avLst/>
          </a:prstGeom>
          <a:noFill/>
          <a:ln w="9525">
            <a:noFill/>
          </a:ln>
        </p:spPr>
        <p:txBody>
          <a:bodyPr wrap="square" anchor="t">
            <a:spAutoFit/>
          </a:bodyPr>
          <a:p>
            <a:pPr>
              <a:buFont typeface="Arial" panose="020B0604020202090204" pitchFamily="34" charset="0"/>
            </a:pPr>
            <a:r>
              <a:rPr lang="en-US" altLang="en-US" sz="4000" b="1" dirty="0">
                <a:solidFill>
                  <a:srgbClr val="404040"/>
                </a:solidFill>
                <a:ea typeface="Calibri" panose="020F0502020204030204" pitchFamily="34" charset="0"/>
              </a:rPr>
              <a:t>Data Preparation</a:t>
            </a:r>
            <a:endParaRPr lang="en-US" altLang="en-US" sz="4000" b="1" dirty="0">
              <a:solidFill>
                <a:srgbClr val="404040"/>
              </a:solidFill>
              <a:ea typeface="Calibri" panose="020F0502020204030204" pitchFamily="34" charset="0"/>
            </a:endParaRPr>
          </a:p>
        </p:txBody>
      </p:sp>
      <p:pic>
        <p:nvPicPr>
          <p:cNvPr id="5" name="Picture 4" descr="Screenshot 2025-11-05 at 5.11.05 PM"/>
          <p:cNvPicPr>
            <a:picLocks noChangeAspect="1"/>
          </p:cNvPicPr>
          <p:nvPr/>
        </p:nvPicPr>
        <p:blipFill>
          <a:blip r:embed="rId2"/>
          <a:srcRect t="23065"/>
          <a:stretch>
            <a:fillRect/>
          </a:stretch>
        </p:blipFill>
        <p:spPr>
          <a:xfrm>
            <a:off x="6010275" y="450850"/>
            <a:ext cx="5893435" cy="5956935"/>
          </a:xfrm>
          <a:prstGeom prst="rect">
            <a:avLst/>
          </a:prstGeom>
        </p:spPr>
      </p:pic>
      <p:pic>
        <p:nvPicPr>
          <p:cNvPr id="7" name="Picture 6" descr="Screenshot 2025-11-05 at 5.11.05 PM"/>
          <p:cNvPicPr>
            <a:picLocks noChangeAspect="1"/>
          </p:cNvPicPr>
          <p:nvPr/>
        </p:nvPicPr>
        <p:blipFill>
          <a:blip r:embed="rId2"/>
          <a:srcRect b="82019"/>
          <a:stretch>
            <a:fillRect/>
          </a:stretch>
        </p:blipFill>
        <p:spPr>
          <a:xfrm>
            <a:off x="96520" y="5039360"/>
            <a:ext cx="5791835" cy="1368425"/>
          </a:xfrm>
          <a:prstGeom prst="rect">
            <a:avLst/>
          </a:prstGeom>
        </p:spPr>
      </p:pic>
      <p:pic>
        <p:nvPicPr>
          <p:cNvPr id="8" name="Picture 7" descr="Screenshot 2025-11-04 at 5.50.42 PM"/>
          <p:cNvPicPr>
            <a:picLocks noChangeAspect="1"/>
          </p:cNvPicPr>
          <p:nvPr/>
        </p:nvPicPr>
        <p:blipFill>
          <a:blip r:embed="rId3"/>
          <a:stretch>
            <a:fillRect/>
          </a:stretch>
        </p:blipFill>
        <p:spPr>
          <a:xfrm>
            <a:off x="766445" y="2357120"/>
            <a:ext cx="4267200" cy="2145030"/>
          </a:xfrm>
          <a:prstGeom prst="rect">
            <a:avLst/>
          </a:prstGeom>
        </p:spPr>
      </p:pic>
    </p:spTree>
  </p:cSld>
  <p:clrMapOvr>
    <a:masterClrMapping/>
  </p:clrMapOvr>
  <p:transition spd="slow">
    <p:wipe/>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10241" name="图片 3"/>
          <p:cNvPicPr>
            <a:picLocks noChangeAspect="1"/>
          </p:cNvPicPr>
          <p:nvPr/>
        </p:nvPicPr>
        <p:blipFill>
          <a:blip r:embed="rId1"/>
          <a:srcRect l="5727" r="16841" b="26530"/>
          <a:stretch>
            <a:fillRect/>
          </a:stretch>
        </p:blipFill>
        <p:spPr>
          <a:xfrm>
            <a:off x="0" y="0"/>
            <a:ext cx="12192000" cy="6858000"/>
          </a:xfrm>
          <a:prstGeom prst="rect">
            <a:avLst/>
          </a:prstGeom>
          <a:noFill/>
          <a:ln w="9525">
            <a:noFill/>
          </a:ln>
        </p:spPr>
      </p:pic>
      <p:sp>
        <p:nvSpPr>
          <p:cNvPr id="10255" name="矩形 8"/>
          <p:cNvSpPr/>
          <p:nvPr/>
        </p:nvSpPr>
        <p:spPr>
          <a:xfrm>
            <a:off x="574040" y="1249045"/>
            <a:ext cx="10724515" cy="1062355"/>
          </a:xfrm>
          <a:prstGeom prst="rect">
            <a:avLst/>
          </a:prstGeom>
          <a:noFill/>
          <a:ln w="9525">
            <a:noFill/>
          </a:ln>
        </p:spPr>
        <p:txBody>
          <a:bodyPr wrap="square" lIns="0" tIns="0" rIns="0" bIns="0" anchor="t">
            <a:noAutofit/>
          </a:bodyPr>
          <a:p>
            <a:pPr marL="0" lvl="0" indent="457200" algn="l" defTabSz="1216025">
              <a:lnSpc>
                <a:spcPct val="90000"/>
              </a:lnSpc>
              <a:spcBef>
                <a:spcPct val="20000"/>
              </a:spcBef>
              <a:buFont typeface="Arial" panose="020B0604020202090204" pitchFamily="34" charset="0"/>
            </a:pPr>
            <a:r>
              <a:rPr lang="en-US" altLang="en-US" sz="2400" dirty="0">
                <a:solidFill>
                  <a:srgbClr val="404040"/>
                </a:solidFill>
                <a:ea typeface="Calibri" panose="020F0502020204030204" pitchFamily="34" charset="0"/>
                <a:sym typeface="Arial" panose="020B0604020202090204" pitchFamily="34" charset="0"/>
              </a:rPr>
              <a:t>Most flight delays came from late aircraft arrivals and airline issues, while weather and security delays were rare. This shows that delays mostly happen because of internal scheduling problems, not external conditions.</a:t>
            </a:r>
            <a:endParaRPr lang="en-US" altLang="en-US" sz="2400" dirty="0">
              <a:solidFill>
                <a:srgbClr val="404040"/>
              </a:solidFill>
              <a:ea typeface="Calibri" panose="020F0502020204030204" pitchFamily="34" charset="0"/>
              <a:sym typeface="Arial" panose="020B0604020202090204" pitchFamily="34" charset="0"/>
            </a:endParaRPr>
          </a:p>
        </p:txBody>
      </p:sp>
      <p:sp>
        <p:nvSpPr>
          <p:cNvPr id="10250" name="文本框 28"/>
          <p:cNvSpPr txBox="1"/>
          <p:nvPr/>
        </p:nvSpPr>
        <p:spPr>
          <a:xfrm>
            <a:off x="96520" y="90805"/>
            <a:ext cx="5998845" cy="706755"/>
          </a:xfrm>
          <a:prstGeom prst="rect">
            <a:avLst/>
          </a:prstGeom>
          <a:noFill/>
          <a:ln w="9525">
            <a:noFill/>
          </a:ln>
        </p:spPr>
        <p:txBody>
          <a:bodyPr wrap="square" anchor="t">
            <a:spAutoFit/>
          </a:bodyPr>
          <a:p>
            <a:pPr>
              <a:buFont typeface="Arial" panose="020B0604020202090204" pitchFamily="34" charset="0"/>
            </a:pPr>
            <a:r>
              <a:rPr lang="en-US" altLang="en-US" sz="4000" b="1" dirty="0">
                <a:solidFill>
                  <a:srgbClr val="404040"/>
                </a:solidFill>
                <a:ea typeface="Calibri" panose="020F0502020204030204" pitchFamily="34" charset="0"/>
              </a:rPr>
              <a:t>Data Preparation</a:t>
            </a:r>
            <a:endParaRPr lang="en-US" altLang="en-US" sz="4000" b="1" dirty="0">
              <a:solidFill>
                <a:srgbClr val="404040"/>
              </a:solidFill>
              <a:ea typeface="Calibri" panose="020F0502020204030204" pitchFamily="34" charset="0"/>
            </a:endParaRPr>
          </a:p>
        </p:txBody>
      </p:sp>
      <p:pic>
        <p:nvPicPr>
          <p:cNvPr id="4" name="Picture 3" descr="Screenshot 2025-11-05 at 5.20.14 PM"/>
          <p:cNvPicPr>
            <a:picLocks noChangeAspect="1"/>
          </p:cNvPicPr>
          <p:nvPr/>
        </p:nvPicPr>
        <p:blipFill>
          <a:blip r:embed="rId2"/>
          <a:srcRect b="65236"/>
          <a:stretch>
            <a:fillRect/>
          </a:stretch>
        </p:blipFill>
        <p:spPr>
          <a:xfrm>
            <a:off x="1029335" y="2731770"/>
            <a:ext cx="9690100" cy="843280"/>
          </a:xfrm>
          <a:prstGeom prst="rect">
            <a:avLst/>
          </a:prstGeom>
        </p:spPr>
      </p:pic>
      <p:pic>
        <p:nvPicPr>
          <p:cNvPr id="6" name="Picture 5" descr="Screenshot 2025-11-05 at 5.20.31 PM"/>
          <p:cNvPicPr>
            <a:picLocks noChangeAspect="1"/>
          </p:cNvPicPr>
          <p:nvPr/>
        </p:nvPicPr>
        <p:blipFill>
          <a:blip r:embed="rId3"/>
          <a:srcRect t="8994"/>
          <a:stretch>
            <a:fillRect/>
          </a:stretch>
        </p:blipFill>
        <p:spPr>
          <a:xfrm>
            <a:off x="1029335" y="3562985"/>
            <a:ext cx="9690735" cy="1355725"/>
          </a:xfrm>
          <a:prstGeom prst="rect">
            <a:avLst/>
          </a:prstGeom>
        </p:spPr>
      </p:pic>
    </p:spTree>
  </p:cSld>
  <p:clrMapOvr>
    <a:masterClrMapping/>
  </p:clrMapOvr>
  <p:transition spd="slow">
    <p:wipe/>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10241" name="图片 3"/>
          <p:cNvPicPr>
            <a:picLocks noChangeAspect="1"/>
          </p:cNvPicPr>
          <p:nvPr/>
        </p:nvPicPr>
        <p:blipFill>
          <a:blip r:embed="rId1"/>
          <a:srcRect l="5727" r="16841" b="26530"/>
          <a:stretch>
            <a:fillRect/>
          </a:stretch>
        </p:blipFill>
        <p:spPr>
          <a:xfrm>
            <a:off x="0" y="0"/>
            <a:ext cx="12192000" cy="6858000"/>
          </a:xfrm>
          <a:prstGeom prst="rect">
            <a:avLst/>
          </a:prstGeom>
          <a:noFill/>
          <a:ln w="9525">
            <a:noFill/>
          </a:ln>
        </p:spPr>
      </p:pic>
      <p:sp>
        <p:nvSpPr>
          <p:cNvPr id="10255" name="矩形 8"/>
          <p:cNvSpPr/>
          <p:nvPr/>
        </p:nvSpPr>
        <p:spPr>
          <a:xfrm>
            <a:off x="574040" y="1249045"/>
            <a:ext cx="10724515" cy="1062355"/>
          </a:xfrm>
          <a:prstGeom prst="rect">
            <a:avLst/>
          </a:prstGeom>
          <a:noFill/>
          <a:ln w="9525">
            <a:noFill/>
          </a:ln>
        </p:spPr>
        <p:txBody>
          <a:bodyPr wrap="square" lIns="0" tIns="0" rIns="0" bIns="0" anchor="t">
            <a:noAutofit/>
          </a:bodyPr>
          <a:p>
            <a:pPr marL="0" lvl="0" indent="457200" algn="l" defTabSz="1216025">
              <a:lnSpc>
                <a:spcPct val="90000"/>
              </a:lnSpc>
              <a:spcBef>
                <a:spcPct val="20000"/>
              </a:spcBef>
              <a:buFont typeface="Arial" panose="020B0604020202090204" pitchFamily="34" charset="0"/>
            </a:pPr>
            <a:r>
              <a:rPr lang="en-US" altLang="en-US" sz="2400" dirty="0">
                <a:solidFill>
                  <a:srgbClr val="404040"/>
                </a:solidFill>
                <a:ea typeface="Calibri" panose="020F0502020204030204" pitchFamily="34" charset="0"/>
                <a:sym typeface="Arial" panose="020B0604020202090204" pitchFamily="34" charset="0"/>
              </a:rPr>
              <a:t>We replaced missing delay values with 0 because in this dataset, missing means no delay. This helps make the analysis accurate and prevents errors when calculating averages.</a:t>
            </a:r>
            <a:endParaRPr lang="en-US" altLang="en-US" sz="2400" dirty="0">
              <a:solidFill>
                <a:srgbClr val="404040"/>
              </a:solidFill>
              <a:ea typeface="Calibri" panose="020F0502020204030204" pitchFamily="34" charset="0"/>
              <a:sym typeface="Arial" panose="020B0604020202090204" pitchFamily="34" charset="0"/>
            </a:endParaRPr>
          </a:p>
        </p:txBody>
      </p:sp>
      <p:sp>
        <p:nvSpPr>
          <p:cNvPr id="10250" name="文本框 28"/>
          <p:cNvSpPr txBox="1"/>
          <p:nvPr/>
        </p:nvSpPr>
        <p:spPr>
          <a:xfrm>
            <a:off x="96520" y="90805"/>
            <a:ext cx="5998845" cy="706755"/>
          </a:xfrm>
          <a:prstGeom prst="rect">
            <a:avLst/>
          </a:prstGeom>
          <a:noFill/>
          <a:ln w="9525">
            <a:noFill/>
          </a:ln>
        </p:spPr>
        <p:txBody>
          <a:bodyPr wrap="square" anchor="t">
            <a:spAutoFit/>
          </a:bodyPr>
          <a:p>
            <a:pPr>
              <a:buFont typeface="Arial" panose="020B0604020202090204" pitchFamily="34" charset="0"/>
            </a:pPr>
            <a:r>
              <a:rPr lang="en-US" altLang="en-US" sz="4000" b="1" dirty="0">
                <a:solidFill>
                  <a:srgbClr val="404040"/>
                </a:solidFill>
                <a:ea typeface="Calibri" panose="020F0502020204030204" pitchFamily="34" charset="0"/>
              </a:rPr>
              <a:t>Data Preparation</a:t>
            </a:r>
            <a:endParaRPr lang="en-US" altLang="en-US" sz="4000" b="1" dirty="0">
              <a:solidFill>
                <a:srgbClr val="404040"/>
              </a:solidFill>
              <a:ea typeface="Calibri" panose="020F0502020204030204" pitchFamily="34" charset="0"/>
            </a:endParaRPr>
          </a:p>
        </p:txBody>
      </p:sp>
      <p:pic>
        <p:nvPicPr>
          <p:cNvPr id="2" name="Picture 1" descr="Screenshot 2025-11-05 at 5.22.37 PM"/>
          <p:cNvPicPr>
            <a:picLocks noChangeAspect="1"/>
          </p:cNvPicPr>
          <p:nvPr/>
        </p:nvPicPr>
        <p:blipFill>
          <a:blip r:embed="rId2"/>
          <a:stretch>
            <a:fillRect/>
          </a:stretch>
        </p:blipFill>
        <p:spPr>
          <a:xfrm>
            <a:off x="967740" y="2571115"/>
            <a:ext cx="9232900" cy="3632200"/>
          </a:xfrm>
          <a:prstGeom prst="rect">
            <a:avLst/>
          </a:prstGeom>
        </p:spPr>
      </p:pic>
    </p:spTree>
  </p:cSld>
  <p:clrMapOvr>
    <a:masterClrMapping/>
  </p:clrMapOvr>
  <p:transition spd="slow">
    <p:wipe/>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10241" name="图片 3"/>
          <p:cNvPicPr>
            <a:picLocks noChangeAspect="1"/>
          </p:cNvPicPr>
          <p:nvPr/>
        </p:nvPicPr>
        <p:blipFill>
          <a:blip r:embed="rId1"/>
          <a:srcRect l="5727" r="16841" b="26530"/>
          <a:stretch>
            <a:fillRect/>
          </a:stretch>
        </p:blipFill>
        <p:spPr>
          <a:xfrm>
            <a:off x="0" y="0"/>
            <a:ext cx="12192000" cy="6858000"/>
          </a:xfrm>
          <a:prstGeom prst="rect">
            <a:avLst/>
          </a:prstGeom>
          <a:noFill/>
          <a:ln w="9525">
            <a:noFill/>
          </a:ln>
        </p:spPr>
      </p:pic>
      <p:sp>
        <p:nvSpPr>
          <p:cNvPr id="10255" name="矩形 8"/>
          <p:cNvSpPr/>
          <p:nvPr/>
        </p:nvSpPr>
        <p:spPr>
          <a:xfrm>
            <a:off x="574040" y="1249045"/>
            <a:ext cx="10724515" cy="1062355"/>
          </a:xfrm>
          <a:prstGeom prst="rect">
            <a:avLst/>
          </a:prstGeom>
          <a:noFill/>
          <a:ln w="9525">
            <a:noFill/>
          </a:ln>
        </p:spPr>
        <p:txBody>
          <a:bodyPr wrap="square" lIns="0" tIns="0" rIns="0" bIns="0" anchor="t">
            <a:noAutofit/>
          </a:bodyPr>
          <a:p>
            <a:pPr marL="0" lvl="0" indent="457200" algn="l" defTabSz="1216025">
              <a:lnSpc>
                <a:spcPct val="90000"/>
              </a:lnSpc>
              <a:spcBef>
                <a:spcPct val="20000"/>
              </a:spcBef>
              <a:buFont typeface="Arial" panose="020B0604020202090204" pitchFamily="34" charset="0"/>
            </a:pPr>
            <a:r>
              <a:rPr lang="en-US" altLang="en-US" sz="2400" dirty="0">
                <a:solidFill>
                  <a:srgbClr val="404040"/>
                </a:solidFill>
                <a:ea typeface="Calibri" panose="020F0502020204030204" pitchFamily="34" charset="0"/>
                <a:sym typeface="Arial" panose="020B0604020202090204" pitchFamily="34" charset="0"/>
              </a:rPr>
              <a:t>This code adds up all delay minutes by cause and shows which reason caused the most total delay.</a:t>
            </a:r>
            <a:endParaRPr lang="en-US" altLang="en-US" sz="2400" dirty="0">
              <a:solidFill>
                <a:srgbClr val="404040"/>
              </a:solidFill>
              <a:ea typeface="Calibri" panose="020F0502020204030204" pitchFamily="34" charset="0"/>
              <a:sym typeface="Arial" panose="020B0604020202090204" pitchFamily="34" charset="0"/>
            </a:endParaRPr>
          </a:p>
        </p:txBody>
      </p:sp>
      <p:sp>
        <p:nvSpPr>
          <p:cNvPr id="10250" name="文本框 28"/>
          <p:cNvSpPr txBox="1"/>
          <p:nvPr/>
        </p:nvSpPr>
        <p:spPr>
          <a:xfrm>
            <a:off x="96520" y="90805"/>
            <a:ext cx="11864340" cy="706755"/>
          </a:xfrm>
          <a:prstGeom prst="rect">
            <a:avLst/>
          </a:prstGeom>
          <a:noFill/>
          <a:ln w="9525">
            <a:noFill/>
          </a:ln>
        </p:spPr>
        <p:txBody>
          <a:bodyPr wrap="square" anchor="t">
            <a:spAutoFit/>
          </a:bodyPr>
          <a:p>
            <a:pPr>
              <a:buFont typeface="Arial" panose="020B0604020202090204" pitchFamily="34" charset="0"/>
            </a:pPr>
            <a:r>
              <a:rPr lang="en-US" altLang="en-US" sz="4000" b="1" dirty="0">
                <a:solidFill>
                  <a:srgbClr val="404040"/>
                </a:solidFill>
                <a:ea typeface="Calibri" panose="020F0502020204030204" pitchFamily="34" charset="0"/>
                <a:sym typeface="Arial" panose="020B0604020202090204" pitchFamily="34" charset="0"/>
              </a:rPr>
              <a:t>Part 2: Identify the major causes of flight delays</a:t>
            </a:r>
            <a:endParaRPr lang="en-US" altLang="en-US" sz="4000" b="1" dirty="0">
              <a:solidFill>
                <a:srgbClr val="404040"/>
              </a:solidFill>
              <a:ea typeface="Calibri" panose="020F0502020204030204" pitchFamily="34" charset="0"/>
            </a:endParaRPr>
          </a:p>
        </p:txBody>
      </p:sp>
      <p:pic>
        <p:nvPicPr>
          <p:cNvPr id="3" name="Picture 2" descr="Screenshot 2025-11-05 at 5.24.36 PM"/>
          <p:cNvPicPr>
            <a:picLocks noChangeAspect="1"/>
          </p:cNvPicPr>
          <p:nvPr/>
        </p:nvPicPr>
        <p:blipFill>
          <a:blip r:embed="rId2"/>
          <a:stretch>
            <a:fillRect/>
          </a:stretch>
        </p:blipFill>
        <p:spPr>
          <a:xfrm>
            <a:off x="755015" y="2762885"/>
            <a:ext cx="10363200" cy="3200400"/>
          </a:xfrm>
          <a:prstGeom prst="rect">
            <a:avLst/>
          </a:prstGeom>
        </p:spPr>
      </p:pic>
    </p:spTree>
  </p:cSld>
  <p:clrMapOvr>
    <a:masterClrMapping/>
  </p:clrMapOvr>
  <p:transition spd="slow">
    <p:wipe/>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10241" name="图片 3"/>
          <p:cNvPicPr>
            <a:picLocks noChangeAspect="1"/>
          </p:cNvPicPr>
          <p:nvPr/>
        </p:nvPicPr>
        <p:blipFill>
          <a:blip r:embed="rId1"/>
          <a:srcRect l="5727" r="16841" b="26530"/>
          <a:stretch>
            <a:fillRect/>
          </a:stretch>
        </p:blipFill>
        <p:spPr>
          <a:xfrm>
            <a:off x="0" y="0"/>
            <a:ext cx="12192000" cy="6858000"/>
          </a:xfrm>
          <a:prstGeom prst="rect">
            <a:avLst/>
          </a:prstGeom>
          <a:noFill/>
          <a:ln w="9525">
            <a:noFill/>
          </a:ln>
        </p:spPr>
      </p:pic>
      <p:sp>
        <p:nvSpPr>
          <p:cNvPr id="10255" name="矩形 8"/>
          <p:cNvSpPr/>
          <p:nvPr/>
        </p:nvSpPr>
        <p:spPr>
          <a:xfrm>
            <a:off x="574040" y="1052830"/>
            <a:ext cx="10724515" cy="1062355"/>
          </a:xfrm>
          <a:prstGeom prst="rect">
            <a:avLst/>
          </a:prstGeom>
          <a:noFill/>
          <a:ln w="9525">
            <a:noFill/>
          </a:ln>
        </p:spPr>
        <p:txBody>
          <a:bodyPr wrap="square" lIns="0" tIns="0" rIns="0" bIns="0" anchor="t">
            <a:noAutofit/>
          </a:bodyPr>
          <a:p>
            <a:pPr marL="0" lvl="0" indent="457200" algn="l" defTabSz="1216025">
              <a:lnSpc>
                <a:spcPct val="90000"/>
              </a:lnSpc>
              <a:spcBef>
                <a:spcPct val="20000"/>
              </a:spcBef>
              <a:buFont typeface="Arial" panose="020B0604020202090204" pitchFamily="34" charset="0"/>
            </a:pPr>
            <a:r>
              <a:rPr lang="en-US" altLang="en-US" sz="2400" dirty="0">
                <a:solidFill>
                  <a:srgbClr val="404040"/>
                </a:solidFill>
                <a:ea typeface="Calibri" panose="020F0502020204030204" pitchFamily="34" charset="0"/>
                <a:sym typeface="Arial" panose="020B0604020202090204" pitchFamily="34" charset="0"/>
              </a:rPr>
              <a:t>Insight from the plot</a:t>
            </a:r>
            <a:endParaRPr lang="en-US" altLang="en-US" sz="2400" dirty="0">
              <a:solidFill>
                <a:srgbClr val="404040"/>
              </a:solidFill>
              <a:ea typeface="Calibri" panose="020F0502020204030204" pitchFamily="34" charset="0"/>
              <a:sym typeface="Arial" panose="020B0604020202090204" pitchFamily="34" charset="0"/>
            </a:endParaRPr>
          </a:p>
          <a:p>
            <a:pPr marL="0" lvl="0" indent="457200" algn="l" defTabSz="1216025">
              <a:lnSpc>
                <a:spcPct val="90000"/>
              </a:lnSpc>
              <a:spcBef>
                <a:spcPct val="20000"/>
              </a:spcBef>
              <a:buFont typeface="Arial" panose="020B0604020202090204" pitchFamily="34" charset="0"/>
            </a:pPr>
            <a:r>
              <a:rPr lang="en-US" altLang="en-US" sz="2400" dirty="0">
                <a:solidFill>
                  <a:srgbClr val="404040"/>
                </a:solidFill>
                <a:ea typeface="Calibri" panose="020F0502020204030204" pitchFamily="34" charset="0"/>
                <a:sym typeface="Arial" panose="020B0604020202090204" pitchFamily="34" charset="0"/>
              </a:rPr>
              <a:t>Late aircraft arrivals and carrier operational issues are the dominant causes of flight delays, together accounting for nearly 90% of total delay time.</a:t>
            </a:r>
            <a:endParaRPr lang="en-US" altLang="en-US" sz="2400" dirty="0">
              <a:solidFill>
                <a:srgbClr val="404040"/>
              </a:solidFill>
              <a:ea typeface="Calibri" panose="020F0502020204030204" pitchFamily="34" charset="0"/>
              <a:sym typeface="Arial" panose="020B0604020202090204" pitchFamily="34" charset="0"/>
            </a:endParaRPr>
          </a:p>
        </p:txBody>
      </p:sp>
      <p:sp>
        <p:nvSpPr>
          <p:cNvPr id="10250" name="文本框 28"/>
          <p:cNvSpPr txBox="1"/>
          <p:nvPr/>
        </p:nvSpPr>
        <p:spPr>
          <a:xfrm>
            <a:off x="96520" y="90805"/>
            <a:ext cx="11864340" cy="706755"/>
          </a:xfrm>
          <a:prstGeom prst="rect">
            <a:avLst/>
          </a:prstGeom>
          <a:noFill/>
          <a:ln w="9525">
            <a:noFill/>
          </a:ln>
        </p:spPr>
        <p:txBody>
          <a:bodyPr wrap="square" anchor="t">
            <a:spAutoFit/>
          </a:bodyPr>
          <a:p>
            <a:pPr>
              <a:buFont typeface="Arial" panose="020B0604020202090204" pitchFamily="34" charset="0"/>
            </a:pPr>
            <a:r>
              <a:rPr lang="en-US" altLang="en-US" sz="4000" b="1" dirty="0">
                <a:solidFill>
                  <a:srgbClr val="404040"/>
                </a:solidFill>
                <a:ea typeface="Calibri" panose="020F0502020204030204" pitchFamily="34" charset="0"/>
                <a:sym typeface="Arial" panose="020B0604020202090204" pitchFamily="34" charset="0"/>
              </a:rPr>
              <a:t>Part 2: Identify the major causes of flight delays</a:t>
            </a:r>
            <a:endParaRPr lang="en-US" altLang="en-US" sz="4000" b="1" dirty="0">
              <a:solidFill>
                <a:srgbClr val="404040"/>
              </a:solidFill>
              <a:ea typeface="Calibri" panose="020F0502020204030204" pitchFamily="34" charset="0"/>
            </a:endParaRPr>
          </a:p>
        </p:txBody>
      </p:sp>
      <p:pic>
        <p:nvPicPr>
          <p:cNvPr id="2" name="Picture 1" descr="Screenshot 2025-11-05 at 5.29.04 PM"/>
          <p:cNvPicPr>
            <a:picLocks noChangeAspect="1"/>
          </p:cNvPicPr>
          <p:nvPr/>
        </p:nvPicPr>
        <p:blipFill>
          <a:blip r:embed="rId2"/>
          <a:stretch>
            <a:fillRect/>
          </a:stretch>
        </p:blipFill>
        <p:spPr>
          <a:xfrm>
            <a:off x="231140" y="2877820"/>
            <a:ext cx="5054600" cy="2400300"/>
          </a:xfrm>
          <a:prstGeom prst="rect">
            <a:avLst/>
          </a:prstGeom>
        </p:spPr>
      </p:pic>
      <p:pic>
        <p:nvPicPr>
          <p:cNvPr id="4" name="Picture 3" descr="Screenshot 2025-11-05 at 5.29.29 PM"/>
          <p:cNvPicPr>
            <a:picLocks noChangeAspect="1"/>
          </p:cNvPicPr>
          <p:nvPr/>
        </p:nvPicPr>
        <p:blipFill>
          <a:blip r:embed="rId3"/>
          <a:stretch>
            <a:fillRect/>
          </a:stretch>
        </p:blipFill>
        <p:spPr>
          <a:xfrm>
            <a:off x="5904865" y="2370455"/>
            <a:ext cx="5741035" cy="4254500"/>
          </a:xfrm>
          <a:prstGeom prst="rect">
            <a:avLst/>
          </a:prstGeom>
        </p:spPr>
      </p:pic>
    </p:spTree>
  </p:cSld>
  <p:clrMapOvr>
    <a:masterClrMapping/>
  </p:clrMapOvr>
  <p:transition spd="slow">
    <p:wipe/>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10241" name="图片 3"/>
          <p:cNvPicPr>
            <a:picLocks noChangeAspect="1"/>
          </p:cNvPicPr>
          <p:nvPr/>
        </p:nvPicPr>
        <p:blipFill>
          <a:blip r:embed="rId1"/>
          <a:srcRect l="5727" r="16841" b="26530"/>
          <a:stretch>
            <a:fillRect/>
          </a:stretch>
        </p:blipFill>
        <p:spPr>
          <a:xfrm>
            <a:off x="0" y="0"/>
            <a:ext cx="12192000" cy="6858000"/>
          </a:xfrm>
          <a:prstGeom prst="rect">
            <a:avLst/>
          </a:prstGeom>
          <a:noFill/>
          <a:ln w="9525">
            <a:noFill/>
          </a:ln>
        </p:spPr>
      </p:pic>
      <p:sp>
        <p:nvSpPr>
          <p:cNvPr id="10255" name="矩形 8"/>
          <p:cNvSpPr/>
          <p:nvPr/>
        </p:nvSpPr>
        <p:spPr>
          <a:xfrm>
            <a:off x="574040" y="1052830"/>
            <a:ext cx="10724515" cy="1062355"/>
          </a:xfrm>
          <a:prstGeom prst="rect">
            <a:avLst/>
          </a:prstGeom>
          <a:noFill/>
          <a:ln w="9525">
            <a:noFill/>
          </a:ln>
        </p:spPr>
        <p:txBody>
          <a:bodyPr wrap="square" lIns="0" tIns="0" rIns="0" bIns="0" anchor="t">
            <a:noAutofit/>
          </a:bodyPr>
          <a:p>
            <a:pPr marL="0" lvl="0" indent="457200" algn="l" defTabSz="1216025">
              <a:lnSpc>
                <a:spcPct val="90000"/>
              </a:lnSpc>
              <a:spcBef>
                <a:spcPct val="20000"/>
              </a:spcBef>
              <a:buFont typeface="Arial" panose="020B0604020202090204" pitchFamily="34" charset="0"/>
            </a:pPr>
            <a:r>
              <a:rPr lang="en-US" altLang="en-US" sz="2400" dirty="0">
                <a:solidFill>
                  <a:srgbClr val="404040"/>
                </a:solidFill>
                <a:ea typeface="Calibri" panose="020F0502020204030204" pitchFamily="34" charset="0"/>
                <a:sym typeface="Arial" panose="020B0604020202090204" pitchFamily="34" charset="0"/>
              </a:rPr>
              <a:t>This is plot representing Distance vs Arrival Delay</a:t>
            </a:r>
            <a:endParaRPr lang="en-US" altLang="en-US" sz="2400" dirty="0">
              <a:solidFill>
                <a:srgbClr val="404040"/>
              </a:solidFill>
              <a:ea typeface="Calibri" panose="020F0502020204030204" pitchFamily="34" charset="0"/>
              <a:sym typeface="Arial" panose="020B0604020202090204" pitchFamily="34" charset="0"/>
            </a:endParaRPr>
          </a:p>
        </p:txBody>
      </p:sp>
      <p:sp>
        <p:nvSpPr>
          <p:cNvPr id="10250" name="文本框 28"/>
          <p:cNvSpPr txBox="1"/>
          <p:nvPr/>
        </p:nvSpPr>
        <p:spPr>
          <a:xfrm>
            <a:off x="48260" y="90805"/>
            <a:ext cx="11864340" cy="706755"/>
          </a:xfrm>
          <a:prstGeom prst="rect">
            <a:avLst/>
          </a:prstGeom>
          <a:noFill/>
          <a:ln w="9525">
            <a:noFill/>
          </a:ln>
        </p:spPr>
        <p:txBody>
          <a:bodyPr wrap="square" anchor="t">
            <a:spAutoFit/>
          </a:bodyPr>
          <a:p>
            <a:pPr>
              <a:buFont typeface="Arial" panose="020B0604020202090204" pitchFamily="34" charset="0"/>
            </a:pPr>
            <a:r>
              <a:rPr lang="en-US" altLang="en-US" sz="4000" b="1" dirty="0">
                <a:solidFill>
                  <a:srgbClr val="404040"/>
                </a:solidFill>
                <a:ea typeface="Calibri" panose="020F0502020204030204" pitchFamily="34" charset="0"/>
                <a:sym typeface="Arial" panose="020B0604020202090204" pitchFamily="34" charset="0"/>
              </a:rPr>
              <a:t>Part 3: Exploring how other factors effect delays </a:t>
            </a:r>
            <a:endParaRPr lang="en-US" altLang="en-US" sz="4000" b="1" dirty="0">
              <a:solidFill>
                <a:srgbClr val="404040"/>
              </a:solidFill>
              <a:ea typeface="Calibri" panose="020F0502020204030204" pitchFamily="34" charset="0"/>
            </a:endParaRPr>
          </a:p>
        </p:txBody>
      </p:sp>
      <p:pic>
        <p:nvPicPr>
          <p:cNvPr id="3" name="Picture 2" descr="Screenshot 2025-11-05 at 5.30.24 PM"/>
          <p:cNvPicPr>
            <a:picLocks noChangeAspect="1"/>
          </p:cNvPicPr>
          <p:nvPr/>
        </p:nvPicPr>
        <p:blipFill>
          <a:blip r:embed="rId2"/>
          <a:stretch>
            <a:fillRect/>
          </a:stretch>
        </p:blipFill>
        <p:spPr>
          <a:xfrm>
            <a:off x="303530" y="3492500"/>
            <a:ext cx="5347335" cy="1666240"/>
          </a:xfrm>
          <a:prstGeom prst="rect">
            <a:avLst/>
          </a:prstGeom>
        </p:spPr>
      </p:pic>
      <p:pic>
        <p:nvPicPr>
          <p:cNvPr id="5" name="Picture 4" descr="Screenshot 2025-11-05 at 5.30.56 PM"/>
          <p:cNvPicPr>
            <a:picLocks noChangeAspect="1"/>
          </p:cNvPicPr>
          <p:nvPr/>
        </p:nvPicPr>
        <p:blipFill>
          <a:blip r:embed="rId3"/>
          <a:stretch>
            <a:fillRect/>
          </a:stretch>
        </p:blipFill>
        <p:spPr>
          <a:xfrm>
            <a:off x="5765165" y="2235200"/>
            <a:ext cx="6195695" cy="4209415"/>
          </a:xfrm>
          <a:prstGeom prst="rect">
            <a:avLst/>
          </a:prstGeom>
        </p:spPr>
      </p:pic>
      <p:sp>
        <p:nvSpPr>
          <p:cNvPr id="6" name="Oval 5"/>
          <p:cNvSpPr/>
          <p:nvPr/>
        </p:nvSpPr>
        <p:spPr>
          <a:xfrm>
            <a:off x="6433820" y="4568825"/>
            <a:ext cx="2880360" cy="1343660"/>
          </a:xfrm>
          <a:prstGeom prst="ellipse">
            <a:avLst/>
          </a:prstGeom>
          <a:noFill/>
          <a:ln w="57150">
            <a:solidFill>
              <a:srgbClr val="FF0000"/>
            </a:solidFill>
          </a:ln>
          <a:extLst>
            <a:ext uri="{909E8E84-426E-40DD-AFC4-6F175D3DCCD1}">
              <a14:hiddenFill xmlns:a14="http://schemas.microsoft.com/office/drawing/2010/main">
                <a:solidFill>
                  <a:schemeClr val="accent1"/>
                </a:solidFill>
              </a14:hiddenFill>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Tree>
  </p:cSld>
  <p:clrMapOvr>
    <a:masterClrMapping/>
  </p:clrMapOvr>
  <p:transition spd="slow">
    <p:wipe/>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10241" name="图片 3"/>
          <p:cNvPicPr>
            <a:picLocks noChangeAspect="1"/>
          </p:cNvPicPr>
          <p:nvPr/>
        </p:nvPicPr>
        <p:blipFill>
          <a:blip r:embed="rId1"/>
          <a:srcRect l="5727" r="16841" b="26530"/>
          <a:stretch>
            <a:fillRect/>
          </a:stretch>
        </p:blipFill>
        <p:spPr>
          <a:xfrm>
            <a:off x="0" y="0"/>
            <a:ext cx="12192000" cy="6858000"/>
          </a:xfrm>
          <a:prstGeom prst="rect">
            <a:avLst/>
          </a:prstGeom>
          <a:noFill/>
          <a:ln w="9525">
            <a:noFill/>
          </a:ln>
        </p:spPr>
      </p:pic>
      <p:sp>
        <p:nvSpPr>
          <p:cNvPr id="10255" name="矩形 8"/>
          <p:cNvSpPr/>
          <p:nvPr/>
        </p:nvSpPr>
        <p:spPr>
          <a:xfrm>
            <a:off x="333375" y="4337050"/>
            <a:ext cx="4782185" cy="1062355"/>
          </a:xfrm>
          <a:prstGeom prst="rect">
            <a:avLst/>
          </a:prstGeom>
          <a:noFill/>
          <a:ln w="9525">
            <a:noFill/>
          </a:ln>
        </p:spPr>
        <p:txBody>
          <a:bodyPr wrap="square" lIns="0" tIns="0" rIns="0" bIns="0" anchor="t">
            <a:noAutofit/>
          </a:bodyPr>
          <a:p>
            <a:pPr marL="0" lvl="0" indent="457200" algn="l" defTabSz="1216025">
              <a:lnSpc>
                <a:spcPct val="90000"/>
              </a:lnSpc>
              <a:spcBef>
                <a:spcPct val="20000"/>
              </a:spcBef>
              <a:buFont typeface="Arial" panose="020B0604020202090204" pitchFamily="34" charset="0"/>
            </a:pPr>
            <a:r>
              <a:rPr lang="en-US" altLang="en-US" sz="2400" dirty="0">
                <a:solidFill>
                  <a:srgbClr val="404040"/>
                </a:solidFill>
                <a:ea typeface="Calibri" panose="020F0502020204030204" pitchFamily="34" charset="0"/>
                <a:sym typeface="Arial" panose="020B0604020202090204" pitchFamily="34" charset="0"/>
              </a:rPr>
              <a:t>Let’s see the most busy part closer</a:t>
            </a:r>
            <a:endParaRPr lang="en-US" altLang="en-US" sz="2400" dirty="0">
              <a:solidFill>
                <a:srgbClr val="404040"/>
              </a:solidFill>
              <a:ea typeface="Calibri" panose="020F0502020204030204" pitchFamily="34" charset="0"/>
              <a:sym typeface="Arial" panose="020B0604020202090204" pitchFamily="34" charset="0"/>
            </a:endParaRPr>
          </a:p>
        </p:txBody>
      </p:sp>
      <p:sp>
        <p:nvSpPr>
          <p:cNvPr id="10250" name="文本框 28"/>
          <p:cNvSpPr txBox="1"/>
          <p:nvPr/>
        </p:nvSpPr>
        <p:spPr>
          <a:xfrm>
            <a:off x="96520" y="90805"/>
            <a:ext cx="11864340" cy="706755"/>
          </a:xfrm>
          <a:prstGeom prst="rect">
            <a:avLst/>
          </a:prstGeom>
          <a:noFill/>
          <a:ln w="9525">
            <a:noFill/>
          </a:ln>
        </p:spPr>
        <p:txBody>
          <a:bodyPr wrap="square" anchor="t">
            <a:spAutoFit/>
          </a:bodyPr>
          <a:p>
            <a:pPr>
              <a:buFont typeface="Arial" panose="020B0604020202090204" pitchFamily="34" charset="0"/>
            </a:pPr>
            <a:r>
              <a:rPr lang="en-US" altLang="en-US" sz="4000" b="1" dirty="0">
                <a:solidFill>
                  <a:srgbClr val="404040"/>
                </a:solidFill>
                <a:ea typeface="Calibri" panose="020F0502020204030204" pitchFamily="34" charset="0"/>
                <a:sym typeface="Arial" panose="020B0604020202090204" pitchFamily="34" charset="0"/>
              </a:rPr>
              <a:t>Part 3: Exploring how other factors effect delays </a:t>
            </a:r>
            <a:endParaRPr lang="en-US" altLang="en-US" sz="4000" b="1" dirty="0">
              <a:solidFill>
                <a:srgbClr val="404040"/>
              </a:solidFill>
              <a:ea typeface="Calibri" panose="020F0502020204030204" pitchFamily="34" charset="0"/>
            </a:endParaRPr>
          </a:p>
        </p:txBody>
      </p:sp>
      <p:pic>
        <p:nvPicPr>
          <p:cNvPr id="2" name="Picture 1" descr="Screenshot 2025-11-05 at 5.35.25 PM"/>
          <p:cNvPicPr>
            <a:picLocks noChangeAspect="1"/>
          </p:cNvPicPr>
          <p:nvPr/>
        </p:nvPicPr>
        <p:blipFill>
          <a:blip r:embed="rId2"/>
          <a:stretch>
            <a:fillRect/>
          </a:stretch>
        </p:blipFill>
        <p:spPr>
          <a:xfrm>
            <a:off x="96520" y="1460500"/>
            <a:ext cx="5715000" cy="1968500"/>
          </a:xfrm>
          <a:prstGeom prst="rect">
            <a:avLst/>
          </a:prstGeom>
        </p:spPr>
      </p:pic>
      <p:pic>
        <p:nvPicPr>
          <p:cNvPr id="4" name="Picture 3" descr="Screenshot 2025-11-05 at 5.35.37 PM"/>
          <p:cNvPicPr>
            <a:picLocks noChangeAspect="1"/>
          </p:cNvPicPr>
          <p:nvPr/>
        </p:nvPicPr>
        <p:blipFill>
          <a:blip r:embed="rId3"/>
          <a:stretch>
            <a:fillRect/>
          </a:stretch>
        </p:blipFill>
        <p:spPr>
          <a:xfrm>
            <a:off x="5115560" y="1994535"/>
            <a:ext cx="6953885" cy="4655185"/>
          </a:xfrm>
          <a:prstGeom prst="rect">
            <a:avLst/>
          </a:prstGeom>
        </p:spPr>
      </p:pic>
      <p:cxnSp>
        <p:nvCxnSpPr>
          <p:cNvPr id="7" name="Straight Connector 6"/>
          <p:cNvCxnSpPr/>
          <p:nvPr/>
        </p:nvCxnSpPr>
        <p:spPr>
          <a:xfrm>
            <a:off x="6750685" y="4825365"/>
            <a:ext cx="5085080" cy="0"/>
          </a:xfrm>
          <a:prstGeom prst="line">
            <a:avLst/>
          </a:prstGeom>
          <a:ln w="57150">
            <a:solidFill>
              <a:srgbClr val="FF0000"/>
            </a:solidFill>
          </a:ln>
        </p:spPr>
        <p:style>
          <a:lnRef idx="3">
            <a:schemeClr val="accent1"/>
          </a:lnRef>
          <a:fillRef idx="0">
            <a:srgbClr val="FFFFFF"/>
          </a:fillRef>
          <a:effectRef idx="0">
            <a:srgbClr val="FFFFFF"/>
          </a:effectRef>
          <a:fontRef idx="minor">
            <a:schemeClr val="tx1"/>
          </a:fontRef>
        </p:style>
      </p:cxnSp>
      <p:sp>
        <p:nvSpPr>
          <p:cNvPr id="8" name="Rectangles 7"/>
          <p:cNvSpPr/>
          <p:nvPr/>
        </p:nvSpPr>
        <p:spPr>
          <a:xfrm>
            <a:off x="611505" y="2864485"/>
            <a:ext cx="1727835" cy="490220"/>
          </a:xfrm>
          <a:prstGeom prst="rect">
            <a:avLst/>
          </a:prstGeom>
          <a:noFill/>
          <a:ln w="38100">
            <a:solidFill>
              <a:srgbClr val="FF0000"/>
            </a:solidFill>
          </a:ln>
          <a:extLst>
            <a:ext uri="{909E8E84-426E-40DD-AFC4-6F175D3DCCD1}">
              <a14:hiddenFill xmlns:a14="http://schemas.microsoft.com/office/drawing/2010/main">
                <a:solidFill>
                  <a:schemeClr val="accent1"/>
                </a:solidFill>
              </a14:hiddenFill>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Tree>
  </p:cSld>
  <p:clrMapOvr>
    <a:masterClrMapping/>
  </p:clrMapOvr>
  <p:transition spd="slow">
    <p:wipe/>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10241" name="图片 3"/>
          <p:cNvPicPr>
            <a:picLocks noChangeAspect="1"/>
          </p:cNvPicPr>
          <p:nvPr/>
        </p:nvPicPr>
        <p:blipFill>
          <a:blip r:embed="rId1"/>
          <a:srcRect l="5727" r="16841" b="26530"/>
          <a:stretch>
            <a:fillRect/>
          </a:stretch>
        </p:blipFill>
        <p:spPr>
          <a:xfrm>
            <a:off x="0" y="0"/>
            <a:ext cx="12192000" cy="6858000"/>
          </a:xfrm>
          <a:prstGeom prst="rect">
            <a:avLst/>
          </a:prstGeom>
          <a:noFill/>
          <a:ln w="9525">
            <a:noFill/>
          </a:ln>
        </p:spPr>
      </p:pic>
      <p:sp>
        <p:nvSpPr>
          <p:cNvPr id="10255" name="矩形 8"/>
          <p:cNvSpPr/>
          <p:nvPr/>
        </p:nvSpPr>
        <p:spPr>
          <a:xfrm>
            <a:off x="574040" y="1052830"/>
            <a:ext cx="8148320" cy="523240"/>
          </a:xfrm>
          <a:prstGeom prst="rect">
            <a:avLst/>
          </a:prstGeom>
          <a:noFill/>
          <a:ln w="9525">
            <a:noFill/>
          </a:ln>
        </p:spPr>
        <p:txBody>
          <a:bodyPr wrap="square" lIns="0" tIns="0" rIns="0" bIns="0" anchor="t">
            <a:noAutofit/>
          </a:bodyPr>
          <a:p>
            <a:pPr marL="0" lvl="0" indent="457200" algn="l" defTabSz="1216025">
              <a:lnSpc>
                <a:spcPct val="90000"/>
              </a:lnSpc>
              <a:spcBef>
                <a:spcPct val="20000"/>
              </a:spcBef>
              <a:buFont typeface="Arial" panose="020B0604020202090204" pitchFamily="34" charset="0"/>
            </a:pPr>
            <a:r>
              <a:rPr lang="en-US" altLang="en-US" sz="2400" dirty="0">
                <a:solidFill>
                  <a:srgbClr val="404040"/>
                </a:solidFill>
                <a:ea typeface="Calibri" panose="020F0502020204030204" pitchFamily="34" charset="0"/>
                <a:sym typeface="Arial" panose="020B0604020202090204" pitchFamily="34" charset="0"/>
              </a:rPr>
              <a:t>The correlation of Distance to Arrival delay in numbers</a:t>
            </a:r>
            <a:endParaRPr lang="en-US" altLang="en-US" sz="2400" dirty="0">
              <a:solidFill>
                <a:srgbClr val="404040"/>
              </a:solidFill>
              <a:ea typeface="Calibri" panose="020F0502020204030204" pitchFamily="34" charset="0"/>
              <a:sym typeface="Arial" panose="020B0604020202090204" pitchFamily="34" charset="0"/>
            </a:endParaRPr>
          </a:p>
        </p:txBody>
      </p:sp>
      <p:sp>
        <p:nvSpPr>
          <p:cNvPr id="10250" name="文本框 28"/>
          <p:cNvSpPr txBox="1"/>
          <p:nvPr/>
        </p:nvSpPr>
        <p:spPr>
          <a:xfrm>
            <a:off x="96520" y="90805"/>
            <a:ext cx="11864340" cy="706755"/>
          </a:xfrm>
          <a:prstGeom prst="rect">
            <a:avLst/>
          </a:prstGeom>
          <a:noFill/>
          <a:ln w="9525">
            <a:noFill/>
          </a:ln>
        </p:spPr>
        <p:txBody>
          <a:bodyPr wrap="square" anchor="t">
            <a:spAutoFit/>
          </a:bodyPr>
          <a:p>
            <a:pPr>
              <a:buFont typeface="Arial" panose="020B0604020202090204" pitchFamily="34" charset="0"/>
            </a:pPr>
            <a:r>
              <a:rPr lang="en-US" altLang="en-US" sz="4000" b="1" dirty="0">
                <a:solidFill>
                  <a:srgbClr val="404040"/>
                </a:solidFill>
                <a:ea typeface="Calibri" panose="020F0502020204030204" pitchFamily="34" charset="0"/>
                <a:sym typeface="Arial" panose="020B0604020202090204" pitchFamily="34" charset="0"/>
              </a:rPr>
              <a:t>Part 3: Exploring how other factors effect delays </a:t>
            </a:r>
            <a:endParaRPr lang="en-US" altLang="en-US" sz="4000" b="1" dirty="0">
              <a:solidFill>
                <a:srgbClr val="404040"/>
              </a:solidFill>
              <a:ea typeface="Calibri" panose="020F0502020204030204" pitchFamily="34" charset="0"/>
            </a:endParaRPr>
          </a:p>
        </p:txBody>
      </p:sp>
      <p:pic>
        <p:nvPicPr>
          <p:cNvPr id="2" name="Picture 1" descr="Screenshot 2025-11-05 at 5.39.32 PM"/>
          <p:cNvPicPr>
            <a:picLocks noChangeAspect="1"/>
          </p:cNvPicPr>
          <p:nvPr/>
        </p:nvPicPr>
        <p:blipFill>
          <a:blip r:embed="rId2"/>
          <a:stretch>
            <a:fillRect/>
          </a:stretch>
        </p:blipFill>
        <p:spPr>
          <a:xfrm>
            <a:off x="1077595" y="2228850"/>
            <a:ext cx="9000490" cy="2837815"/>
          </a:xfrm>
          <a:prstGeom prst="rect">
            <a:avLst/>
          </a:prstGeom>
        </p:spPr>
      </p:pic>
    </p:spTree>
  </p:cSld>
  <p:clrMapOvr>
    <a:masterClrMapping/>
  </p:clrMapOvr>
  <p:transition spd="slow">
    <p:wipe/>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10241" name="图片 3"/>
          <p:cNvPicPr>
            <a:picLocks noChangeAspect="1"/>
          </p:cNvPicPr>
          <p:nvPr/>
        </p:nvPicPr>
        <p:blipFill>
          <a:blip r:embed="rId1"/>
          <a:srcRect l="5727" r="16841" b="26530"/>
          <a:stretch>
            <a:fillRect/>
          </a:stretch>
        </p:blipFill>
        <p:spPr>
          <a:xfrm>
            <a:off x="0" y="0"/>
            <a:ext cx="12192000" cy="6858000"/>
          </a:xfrm>
          <a:prstGeom prst="rect">
            <a:avLst/>
          </a:prstGeom>
          <a:noFill/>
          <a:ln w="9525">
            <a:noFill/>
          </a:ln>
        </p:spPr>
      </p:pic>
      <p:sp>
        <p:nvSpPr>
          <p:cNvPr id="10255" name="矩形 8"/>
          <p:cNvSpPr/>
          <p:nvPr/>
        </p:nvSpPr>
        <p:spPr>
          <a:xfrm>
            <a:off x="574040" y="1052830"/>
            <a:ext cx="8148320" cy="523240"/>
          </a:xfrm>
          <a:prstGeom prst="rect">
            <a:avLst/>
          </a:prstGeom>
          <a:noFill/>
          <a:ln w="9525">
            <a:noFill/>
          </a:ln>
        </p:spPr>
        <p:txBody>
          <a:bodyPr wrap="square" lIns="0" tIns="0" rIns="0" bIns="0" anchor="t">
            <a:noAutofit/>
          </a:bodyPr>
          <a:p>
            <a:pPr marL="0" lvl="0" indent="457200" algn="l" defTabSz="1216025">
              <a:lnSpc>
                <a:spcPct val="90000"/>
              </a:lnSpc>
              <a:spcBef>
                <a:spcPct val="20000"/>
              </a:spcBef>
              <a:buFont typeface="Arial" panose="020B0604020202090204" pitchFamily="34" charset="0"/>
            </a:pPr>
            <a:r>
              <a:rPr lang="en-US" altLang="en-US" sz="2400" dirty="0">
                <a:solidFill>
                  <a:srgbClr val="404040"/>
                </a:solidFill>
                <a:ea typeface="Calibri" panose="020F0502020204030204" pitchFamily="34" charset="0"/>
                <a:sym typeface="Arial" panose="020B0604020202090204" pitchFamily="34" charset="0"/>
              </a:rPr>
              <a:t>The correlation of Distance to Arrival delay in numbers</a:t>
            </a:r>
            <a:endParaRPr lang="en-US" altLang="en-US" sz="2400" dirty="0">
              <a:solidFill>
                <a:srgbClr val="404040"/>
              </a:solidFill>
              <a:ea typeface="Calibri" panose="020F0502020204030204" pitchFamily="34" charset="0"/>
              <a:sym typeface="Arial" panose="020B0604020202090204" pitchFamily="34" charset="0"/>
            </a:endParaRPr>
          </a:p>
        </p:txBody>
      </p:sp>
      <p:sp>
        <p:nvSpPr>
          <p:cNvPr id="10250" name="文本框 28"/>
          <p:cNvSpPr txBox="1"/>
          <p:nvPr/>
        </p:nvSpPr>
        <p:spPr>
          <a:xfrm>
            <a:off x="96520" y="90805"/>
            <a:ext cx="11864340" cy="706755"/>
          </a:xfrm>
          <a:prstGeom prst="rect">
            <a:avLst/>
          </a:prstGeom>
          <a:noFill/>
          <a:ln w="9525">
            <a:noFill/>
          </a:ln>
        </p:spPr>
        <p:txBody>
          <a:bodyPr wrap="square" anchor="t">
            <a:spAutoFit/>
          </a:bodyPr>
          <a:p>
            <a:pPr>
              <a:buFont typeface="Arial" panose="020B0604020202090204" pitchFamily="34" charset="0"/>
            </a:pPr>
            <a:r>
              <a:rPr lang="en-US" altLang="en-US" sz="4000" b="1" dirty="0">
                <a:solidFill>
                  <a:srgbClr val="404040"/>
                </a:solidFill>
                <a:ea typeface="Calibri" panose="020F0502020204030204" pitchFamily="34" charset="0"/>
                <a:sym typeface="Arial" panose="020B0604020202090204" pitchFamily="34" charset="0"/>
              </a:rPr>
              <a:t>Part 3: Exploring how other factors effect delays </a:t>
            </a:r>
            <a:endParaRPr lang="en-US" altLang="en-US" sz="4000" b="1" dirty="0">
              <a:solidFill>
                <a:srgbClr val="404040"/>
              </a:solidFill>
              <a:ea typeface="Calibri" panose="020F0502020204030204" pitchFamily="34" charset="0"/>
            </a:endParaRPr>
          </a:p>
        </p:txBody>
      </p:sp>
      <p:pic>
        <p:nvPicPr>
          <p:cNvPr id="3" name="Picture 2" descr="Screenshot 2025-11-05 at 5.40.58 PM"/>
          <p:cNvPicPr>
            <a:picLocks noChangeAspect="1"/>
          </p:cNvPicPr>
          <p:nvPr/>
        </p:nvPicPr>
        <p:blipFill>
          <a:blip r:embed="rId2"/>
          <a:stretch>
            <a:fillRect/>
          </a:stretch>
        </p:blipFill>
        <p:spPr>
          <a:xfrm>
            <a:off x="96520" y="1482090"/>
            <a:ext cx="6130925" cy="2863215"/>
          </a:xfrm>
          <a:prstGeom prst="rect">
            <a:avLst/>
          </a:prstGeom>
        </p:spPr>
      </p:pic>
      <p:pic>
        <p:nvPicPr>
          <p:cNvPr id="4" name="Picture 3" descr="Screenshot 2025-11-05 at 5.41.16 PM"/>
          <p:cNvPicPr>
            <a:picLocks noChangeAspect="1"/>
          </p:cNvPicPr>
          <p:nvPr/>
        </p:nvPicPr>
        <p:blipFill>
          <a:blip r:embed="rId3"/>
          <a:stretch>
            <a:fillRect/>
          </a:stretch>
        </p:blipFill>
        <p:spPr>
          <a:xfrm>
            <a:off x="5900420" y="2509520"/>
            <a:ext cx="6241415" cy="4251960"/>
          </a:xfrm>
          <a:prstGeom prst="rect">
            <a:avLst/>
          </a:prstGeom>
        </p:spPr>
      </p:pic>
    </p:spTree>
  </p:cSld>
  <p:clrMapOvr>
    <a:masterClrMapping/>
  </p:clrMapOvr>
  <p:transition spd="slow">
    <p:wipe/>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10241" name="图片 3"/>
          <p:cNvPicPr>
            <a:picLocks noChangeAspect="1"/>
          </p:cNvPicPr>
          <p:nvPr/>
        </p:nvPicPr>
        <p:blipFill>
          <a:blip r:embed="rId1"/>
          <a:srcRect l="5727" r="16841" b="26530"/>
          <a:stretch>
            <a:fillRect/>
          </a:stretch>
        </p:blipFill>
        <p:spPr>
          <a:xfrm>
            <a:off x="0" y="0"/>
            <a:ext cx="12192000" cy="6858000"/>
          </a:xfrm>
          <a:prstGeom prst="rect">
            <a:avLst/>
          </a:prstGeom>
          <a:noFill/>
          <a:ln w="9525">
            <a:noFill/>
          </a:ln>
        </p:spPr>
      </p:pic>
      <p:sp>
        <p:nvSpPr>
          <p:cNvPr id="10255" name="矩形 8"/>
          <p:cNvSpPr/>
          <p:nvPr/>
        </p:nvSpPr>
        <p:spPr>
          <a:xfrm>
            <a:off x="96520" y="797560"/>
            <a:ext cx="11974830" cy="5900420"/>
          </a:xfrm>
          <a:prstGeom prst="rect">
            <a:avLst/>
          </a:prstGeom>
          <a:noFill/>
          <a:ln w="9525">
            <a:noFill/>
          </a:ln>
        </p:spPr>
        <p:txBody>
          <a:bodyPr wrap="square" lIns="0" tIns="0" rIns="0" bIns="0" anchor="t">
            <a:noAutofit/>
          </a:bodyPr>
          <a:p>
            <a:pPr marL="0" lvl="0" indent="457200" algn="l" defTabSz="1216025">
              <a:lnSpc>
                <a:spcPct val="80000"/>
              </a:lnSpc>
              <a:spcBef>
                <a:spcPct val="20000"/>
              </a:spcBef>
              <a:buFont typeface="Arial" panose="020B0604020202090204" pitchFamily="34" charset="0"/>
            </a:pPr>
            <a:r>
              <a:rPr lang="en-US" altLang="en-US" sz="1800" dirty="0">
                <a:solidFill>
                  <a:srgbClr val="404040"/>
                </a:solidFill>
                <a:ea typeface="Calibri" panose="020F0502020204030204" pitchFamily="34" charset="0"/>
                <a:sym typeface="Arial" panose="020B0604020202090204" pitchFamily="34" charset="0"/>
              </a:rPr>
              <a:t>Late aircraft and carrier delays make up the majority (~90%) of total delay time.</a:t>
            </a:r>
            <a:endParaRPr lang="en-US" altLang="en-US" sz="1800" dirty="0">
              <a:solidFill>
                <a:srgbClr val="404040"/>
              </a:solidFill>
              <a:ea typeface="Calibri" panose="020F0502020204030204" pitchFamily="34" charset="0"/>
              <a:sym typeface="Arial" panose="020B0604020202090204" pitchFamily="34" charset="0"/>
            </a:endParaRPr>
          </a:p>
          <a:p>
            <a:pPr marL="0" lvl="0" indent="457200" algn="l" defTabSz="1216025">
              <a:lnSpc>
                <a:spcPct val="80000"/>
              </a:lnSpc>
              <a:spcBef>
                <a:spcPct val="20000"/>
              </a:spcBef>
              <a:buFont typeface="Arial" panose="020B0604020202090204" pitchFamily="34" charset="0"/>
            </a:pPr>
            <a:r>
              <a:rPr lang="en-US" altLang="en-US" sz="1800" dirty="0">
                <a:solidFill>
                  <a:srgbClr val="404040"/>
                </a:solidFill>
                <a:ea typeface="Calibri" panose="020F0502020204030204" pitchFamily="34" charset="0"/>
                <a:sym typeface="Arial" panose="020B0604020202090204" pitchFamily="34" charset="0"/>
              </a:rPr>
              <a:t>So:</a:t>
            </a:r>
            <a:endParaRPr lang="en-US" altLang="en-US" sz="1800" dirty="0">
              <a:solidFill>
                <a:srgbClr val="404040"/>
              </a:solidFill>
              <a:ea typeface="Calibri" panose="020F0502020204030204" pitchFamily="34" charset="0"/>
              <a:sym typeface="Arial" panose="020B0604020202090204" pitchFamily="34" charset="0"/>
            </a:endParaRPr>
          </a:p>
          <a:p>
            <a:pPr marL="0" lvl="0" indent="457200" algn="l" defTabSz="1216025">
              <a:lnSpc>
                <a:spcPct val="80000"/>
              </a:lnSpc>
              <a:spcBef>
                <a:spcPct val="20000"/>
              </a:spcBef>
              <a:buFont typeface="Arial" panose="020B0604020202090204" pitchFamily="34" charset="0"/>
            </a:pPr>
            <a:r>
              <a:rPr lang="en-US" altLang="en-US" sz="1800" dirty="0">
                <a:solidFill>
                  <a:srgbClr val="404040"/>
                </a:solidFill>
                <a:ea typeface="Calibri" panose="020F0502020204030204" pitchFamily="34" charset="0"/>
                <a:sym typeface="Arial" panose="020B0604020202090204" pitchFamily="34" charset="0"/>
              </a:rPr>
              <a:t>Delays are not primarily caused by distance, weather, or security checks.</a:t>
            </a:r>
            <a:endParaRPr lang="en-US" altLang="en-US" sz="1800" dirty="0">
              <a:solidFill>
                <a:srgbClr val="404040"/>
              </a:solidFill>
              <a:ea typeface="Calibri" panose="020F0502020204030204" pitchFamily="34" charset="0"/>
              <a:sym typeface="Arial" panose="020B0604020202090204" pitchFamily="34" charset="0"/>
            </a:endParaRPr>
          </a:p>
          <a:p>
            <a:pPr marL="0" lvl="0" indent="457200" algn="l" defTabSz="1216025">
              <a:lnSpc>
                <a:spcPct val="80000"/>
              </a:lnSpc>
              <a:spcBef>
                <a:spcPct val="20000"/>
              </a:spcBef>
              <a:buFont typeface="Arial" panose="020B0604020202090204" pitchFamily="34" charset="0"/>
            </a:pPr>
            <a:r>
              <a:rPr lang="en-US" altLang="en-US" sz="1800" dirty="0">
                <a:solidFill>
                  <a:srgbClr val="404040"/>
                </a:solidFill>
                <a:ea typeface="Calibri" panose="020F0502020204030204" pitchFamily="34" charset="0"/>
                <a:sym typeface="Arial" panose="020B0604020202090204" pitchFamily="34" charset="0"/>
              </a:rPr>
              <a:t>Instead, they're due to how airlines manage their own flight operations</a:t>
            </a:r>
            <a:endParaRPr lang="en-US" altLang="en-US" sz="1800" dirty="0">
              <a:solidFill>
                <a:srgbClr val="404040"/>
              </a:solidFill>
              <a:ea typeface="Calibri" panose="020F0502020204030204" pitchFamily="34" charset="0"/>
              <a:sym typeface="Arial" panose="020B0604020202090204" pitchFamily="34" charset="0"/>
            </a:endParaRPr>
          </a:p>
          <a:p>
            <a:pPr marL="0" lvl="0" indent="457200" algn="l" defTabSz="1216025">
              <a:lnSpc>
                <a:spcPct val="80000"/>
              </a:lnSpc>
              <a:spcBef>
                <a:spcPct val="20000"/>
              </a:spcBef>
              <a:buFont typeface="Arial" panose="020B0604020202090204" pitchFamily="34" charset="0"/>
            </a:pPr>
            <a:r>
              <a:rPr lang="en-US" altLang="en-US" sz="1800" dirty="0">
                <a:solidFill>
                  <a:srgbClr val="404040"/>
                </a:solidFill>
                <a:ea typeface="Calibri" panose="020F0502020204030204" pitchFamily="34" charset="0"/>
                <a:sym typeface="Arial" panose="020B0604020202090204" pitchFamily="34" charset="0"/>
              </a:rPr>
              <a:t>   </a:t>
            </a:r>
            <a:endParaRPr lang="en-US" altLang="en-US" sz="1800" dirty="0">
              <a:solidFill>
                <a:srgbClr val="404040"/>
              </a:solidFill>
              <a:ea typeface="Calibri" panose="020F0502020204030204" pitchFamily="34" charset="0"/>
              <a:sym typeface="Arial" panose="020B0604020202090204" pitchFamily="34" charset="0"/>
            </a:endParaRPr>
          </a:p>
          <a:p>
            <a:pPr marL="0" lvl="0" indent="457200" algn="l" defTabSz="1216025">
              <a:lnSpc>
                <a:spcPct val="80000"/>
              </a:lnSpc>
              <a:spcBef>
                <a:spcPct val="20000"/>
              </a:spcBef>
              <a:buFont typeface="Arial" panose="020B0604020202090204" pitchFamily="34" charset="0"/>
            </a:pPr>
            <a:r>
              <a:rPr lang="en-US" altLang="en-US" sz="1800" dirty="0">
                <a:solidFill>
                  <a:srgbClr val="404040"/>
                </a:solidFill>
                <a:ea typeface="Calibri" panose="020F0502020204030204" pitchFamily="34" charset="0"/>
                <a:sym typeface="Arial" panose="020B0604020202090204" pitchFamily="34" charset="0"/>
              </a:rPr>
              <a:t>Late Aircraft Delays</a:t>
            </a:r>
            <a:endParaRPr lang="en-US" altLang="en-US" sz="1800" dirty="0">
              <a:solidFill>
                <a:srgbClr val="404040"/>
              </a:solidFill>
              <a:ea typeface="Calibri" panose="020F0502020204030204" pitchFamily="34" charset="0"/>
              <a:sym typeface="Arial" panose="020B0604020202090204" pitchFamily="34" charset="0"/>
            </a:endParaRPr>
          </a:p>
          <a:p>
            <a:pPr marL="457200" lvl="1" indent="457200" algn="l" defTabSz="1216025">
              <a:lnSpc>
                <a:spcPct val="80000"/>
              </a:lnSpc>
              <a:spcBef>
                <a:spcPct val="20000"/>
              </a:spcBef>
              <a:buFont typeface="Arial" panose="020B0604020202090204" pitchFamily="34" charset="0"/>
            </a:pPr>
            <a:r>
              <a:rPr lang="en-US" altLang="en-US" sz="1800" dirty="0">
                <a:solidFill>
                  <a:srgbClr val="404040"/>
                </a:solidFill>
                <a:ea typeface="Calibri" panose="020F0502020204030204" pitchFamily="34" charset="0"/>
                <a:sym typeface="Arial" panose="020B0604020202090204" pitchFamily="34" charset="0"/>
              </a:rPr>
              <a:t>These happen when the previous flight of the same airplane arrives late, causing a chain reaction.</a:t>
            </a:r>
            <a:endParaRPr lang="en-US" altLang="en-US" sz="1800" dirty="0">
              <a:solidFill>
                <a:srgbClr val="404040"/>
              </a:solidFill>
              <a:ea typeface="Calibri" panose="020F0502020204030204" pitchFamily="34" charset="0"/>
              <a:sym typeface="Arial" panose="020B0604020202090204" pitchFamily="34" charset="0"/>
            </a:endParaRPr>
          </a:p>
          <a:p>
            <a:pPr marL="914400" lvl="2" indent="457200" algn="l" defTabSz="1216025">
              <a:lnSpc>
                <a:spcPct val="80000"/>
              </a:lnSpc>
              <a:spcBef>
                <a:spcPct val="20000"/>
              </a:spcBef>
              <a:buFont typeface="Arial" panose="020B0604020202090204" pitchFamily="34" charset="0"/>
            </a:pPr>
            <a:r>
              <a:rPr lang="en-US" altLang="en-US" sz="1800" dirty="0">
                <a:solidFill>
                  <a:srgbClr val="404040"/>
                </a:solidFill>
                <a:ea typeface="Calibri" panose="020F0502020204030204" pitchFamily="34" charset="0"/>
                <a:sym typeface="Arial" panose="020B0604020202090204" pitchFamily="34" charset="0"/>
              </a:rPr>
              <a:t>- Turnaround time (unloading, cleaning, refueling) becomes rushed or extended.</a:t>
            </a:r>
            <a:endParaRPr lang="en-US" altLang="en-US" sz="1800" dirty="0">
              <a:solidFill>
                <a:srgbClr val="404040"/>
              </a:solidFill>
              <a:ea typeface="Calibri" panose="020F0502020204030204" pitchFamily="34" charset="0"/>
              <a:sym typeface="Arial" panose="020B0604020202090204" pitchFamily="34" charset="0"/>
            </a:endParaRPr>
          </a:p>
          <a:p>
            <a:pPr marL="914400" lvl="2" indent="457200" algn="l" defTabSz="1216025">
              <a:lnSpc>
                <a:spcPct val="80000"/>
              </a:lnSpc>
              <a:spcBef>
                <a:spcPct val="20000"/>
              </a:spcBef>
              <a:buFont typeface="Arial" panose="020B0604020202090204" pitchFamily="34" charset="0"/>
            </a:pPr>
            <a:r>
              <a:rPr lang="en-US" altLang="en-US" sz="1800" dirty="0">
                <a:solidFill>
                  <a:srgbClr val="404040"/>
                </a:solidFill>
                <a:ea typeface="Calibri" panose="020F0502020204030204" pitchFamily="34" charset="0"/>
                <a:sym typeface="Arial" panose="020B0604020202090204" pitchFamily="34" charset="0"/>
              </a:rPr>
              <a:t>- If a plane is late in the morning, every next flight using that aircraft risks being delayed.</a:t>
            </a:r>
            <a:endParaRPr lang="en-US" altLang="en-US" sz="1800" dirty="0">
              <a:solidFill>
                <a:srgbClr val="404040"/>
              </a:solidFill>
              <a:ea typeface="Calibri" panose="020F0502020204030204" pitchFamily="34" charset="0"/>
              <a:sym typeface="Arial" panose="020B0604020202090204" pitchFamily="34" charset="0"/>
            </a:endParaRPr>
          </a:p>
          <a:p>
            <a:pPr marL="914400" lvl="2" indent="457200" algn="l" defTabSz="1216025">
              <a:lnSpc>
                <a:spcPct val="80000"/>
              </a:lnSpc>
              <a:spcBef>
                <a:spcPct val="20000"/>
              </a:spcBef>
              <a:buFont typeface="Arial" panose="020B0604020202090204" pitchFamily="34" charset="0"/>
            </a:pPr>
            <a:r>
              <a:rPr lang="en-US" altLang="en-US" sz="1800" dirty="0">
                <a:solidFill>
                  <a:srgbClr val="404040"/>
                </a:solidFill>
                <a:ea typeface="Calibri" panose="020F0502020204030204" pitchFamily="34" charset="0"/>
                <a:sym typeface="Arial" panose="020B0604020202090204" pitchFamily="34" charset="0"/>
              </a:rPr>
              <a:t>- The longer the day goes on: the bigger the cumulative delay.</a:t>
            </a:r>
            <a:endParaRPr lang="en-US" altLang="en-US" sz="1800" dirty="0">
              <a:solidFill>
                <a:srgbClr val="404040"/>
              </a:solidFill>
              <a:ea typeface="Calibri" panose="020F0502020204030204" pitchFamily="34" charset="0"/>
              <a:sym typeface="Arial" panose="020B0604020202090204" pitchFamily="34" charset="0"/>
            </a:endParaRPr>
          </a:p>
          <a:p>
            <a:pPr marL="0" lvl="0" indent="457200" algn="l" defTabSz="1216025">
              <a:lnSpc>
                <a:spcPct val="80000"/>
              </a:lnSpc>
              <a:spcBef>
                <a:spcPct val="20000"/>
              </a:spcBef>
              <a:buFont typeface="Arial" panose="020B0604020202090204" pitchFamily="34" charset="0"/>
            </a:pPr>
            <a:r>
              <a:rPr lang="en-US" altLang="en-US" sz="1800" dirty="0">
                <a:solidFill>
                  <a:srgbClr val="404040"/>
                </a:solidFill>
                <a:ea typeface="Calibri" panose="020F0502020204030204" pitchFamily="34" charset="0"/>
                <a:sym typeface="Arial" panose="020B0604020202090204" pitchFamily="34" charset="0"/>
              </a:rPr>
              <a:t>In short: It's a DOMINO effect of poor schedule recovery.</a:t>
            </a:r>
            <a:endParaRPr lang="en-US" altLang="en-US" sz="1800" dirty="0">
              <a:solidFill>
                <a:srgbClr val="404040"/>
              </a:solidFill>
              <a:ea typeface="Calibri" panose="020F0502020204030204" pitchFamily="34" charset="0"/>
              <a:sym typeface="Arial" panose="020B0604020202090204" pitchFamily="34" charset="0"/>
            </a:endParaRPr>
          </a:p>
          <a:p>
            <a:pPr marL="0" lvl="0" indent="457200" algn="l" defTabSz="1216025">
              <a:lnSpc>
                <a:spcPct val="80000"/>
              </a:lnSpc>
              <a:spcBef>
                <a:spcPct val="20000"/>
              </a:spcBef>
              <a:buFont typeface="Arial" panose="020B0604020202090204" pitchFamily="34" charset="0"/>
            </a:pPr>
            <a:endParaRPr lang="en-US" altLang="en-US" sz="1800" dirty="0">
              <a:solidFill>
                <a:srgbClr val="404040"/>
              </a:solidFill>
              <a:ea typeface="Calibri" panose="020F0502020204030204" pitchFamily="34" charset="0"/>
              <a:sym typeface="Arial" panose="020B0604020202090204" pitchFamily="34" charset="0"/>
            </a:endParaRPr>
          </a:p>
          <a:p>
            <a:pPr marL="0" lvl="0" indent="457200" algn="l" defTabSz="1216025">
              <a:lnSpc>
                <a:spcPct val="80000"/>
              </a:lnSpc>
              <a:spcBef>
                <a:spcPct val="20000"/>
              </a:spcBef>
              <a:buFont typeface="Arial" panose="020B0604020202090204" pitchFamily="34" charset="0"/>
            </a:pPr>
            <a:r>
              <a:rPr lang="en-US" altLang="en-US" sz="1800" dirty="0">
                <a:solidFill>
                  <a:srgbClr val="404040"/>
                </a:solidFill>
                <a:ea typeface="Calibri" panose="020F0502020204030204" pitchFamily="34" charset="0"/>
                <a:sym typeface="Arial" panose="020B0604020202090204" pitchFamily="34" charset="0"/>
              </a:rPr>
              <a:t>Carrier Delays</a:t>
            </a:r>
            <a:endParaRPr lang="en-US" altLang="en-US" sz="1800" dirty="0">
              <a:solidFill>
                <a:srgbClr val="404040"/>
              </a:solidFill>
              <a:ea typeface="Calibri" panose="020F0502020204030204" pitchFamily="34" charset="0"/>
              <a:sym typeface="Arial" panose="020B0604020202090204" pitchFamily="34" charset="0"/>
            </a:endParaRPr>
          </a:p>
          <a:p>
            <a:pPr marL="457200" lvl="1" indent="457200" algn="l" defTabSz="1216025">
              <a:lnSpc>
                <a:spcPct val="80000"/>
              </a:lnSpc>
              <a:spcBef>
                <a:spcPct val="20000"/>
              </a:spcBef>
              <a:buFont typeface="Arial" panose="020B0604020202090204" pitchFamily="34" charset="0"/>
            </a:pPr>
            <a:r>
              <a:rPr lang="en-US" altLang="en-US" sz="1800" dirty="0">
                <a:solidFill>
                  <a:srgbClr val="404040"/>
                </a:solidFill>
                <a:ea typeface="Calibri" panose="020F0502020204030204" pitchFamily="34" charset="0"/>
                <a:sym typeface="Arial" panose="020B0604020202090204" pitchFamily="34" charset="0"/>
              </a:rPr>
              <a:t>These come from issues within the airline's control, such as:</a:t>
            </a:r>
            <a:endParaRPr lang="en-US" altLang="en-US" sz="1800" dirty="0">
              <a:solidFill>
                <a:srgbClr val="404040"/>
              </a:solidFill>
              <a:ea typeface="Calibri" panose="020F0502020204030204" pitchFamily="34" charset="0"/>
              <a:sym typeface="Arial" panose="020B0604020202090204" pitchFamily="34" charset="0"/>
            </a:endParaRPr>
          </a:p>
          <a:p>
            <a:pPr marL="914400" lvl="2" indent="457200" algn="l" defTabSz="1216025">
              <a:lnSpc>
                <a:spcPct val="80000"/>
              </a:lnSpc>
              <a:spcBef>
                <a:spcPct val="20000"/>
              </a:spcBef>
              <a:buFont typeface="Arial" panose="020B0604020202090204" pitchFamily="34" charset="0"/>
            </a:pPr>
            <a:r>
              <a:rPr lang="en-US" altLang="en-US" sz="1800" dirty="0">
                <a:solidFill>
                  <a:srgbClr val="404040"/>
                </a:solidFill>
                <a:ea typeface="Calibri" panose="020F0502020204030204" pitchFamily="34" charset="0"/>
                <a:sym typeface="Arial" panose="020B0604020202090204" pitchFamily="34" charset="0"/>
              </a:rPr>
              <a:t>- Crew or maintenance problems</a:t>
            </a:r>
            <a:endParaRPr lang="en-US" altLang="en-US" sz="1800" dirty="0">
              <a:solidFill>
                <a:srgbClr val="404040"/>
              </a:solidFill>
              <a:ea typeface="Calibri" panose="020F0502020204030204" pitchFamily="34" charset="0"/>
              <a:sym typeface="Arial" panose="020B0604020202090204" pitchFamily="34" charset="0"/>
            </a:endParaRPr>
          </a:p>
          <a:p>
            <a:pPr marL="914400" lvl="2" indent="457200" algn="l" defTabSz="1216025">
              <a:lnSpc>
                <a:spcPct val="80000"/>
              </a:lnSpc>
              <a:spcBef>
                <a:spcPct val="20000"/>
              </a:spcBef>
              <a:buFont typeface="Arial" panose="020B0604020202090204" pitchFamily="34" charset="0"/>
            </a:pPr>
            <a:r>
              <a:rPr lang="en-US" altLang="en-US" sz="1800" dirty="0">
                <a:solidFill>
                  <a:srgbClr val="404040"/>
                </a:solidFill>
                <a:ea typeface="Calibri" panose="020F0502020204030204" pitchFamily="34" charset="0"/>
                <a:sym typeface="Arial" panose="020B0604020202090204" pitchFamily="34" charset="0"/>
              </a:rPr>
              <a:t>- Baggage handling delays</a:t>
            </a:r>
            <a:endParaRPr lang="en-US" altLang="en-US" sz="1800" dirty="0">
              <a:solidFill>
                <a:srgbClr val="404040"/>
              </a:solidFill>
              <a:ea typeface="Calibri" panose="020F0502020204030204" pitchFamily="34" charset="0"/>
              <a:sym typeface="Arial" panose="020B0604020202090204" pitchFamily="34" charset="0"/>
            </a:endParaRPr>
          </a:p>
          <a:p>
            <a:pPr marL="914400" lvl="2" indent="457200" algn="l" defTabSz="1216025">
              <a:lnSpc>
                <a:spcPct val="80000"/>
              </a:lnSpc>
              <a:spcBef>
                <a:spcPct val="20000"/>
              </a:spcBef>
              <a:buFont typeface="Arial" panose="020B0604020202090204" pitchFamily="34" charset="0"/>
            </a:pPr>
            <a:r>
              <a:rPr lang="en-US" altLang="en-US" sz="1800" dirty="0">
                <a:solidFill>
                  <a:srgbClr val="404040"/>
                </a:solidFill>
                <a:ea typeface="Calibri" panose="020F0502020204030204" pitchFamily="34" charset="0"/>
                <a:sym typeface="Arial" panose="020B0604020202090204" pitchFamily="34" charset="0"/>
              </a:rPr>
              <a:t>- Waiting for connecting passengers</a:t>
            </a:r>
            <a:endParaRPr lang="en-US" altLang="en-US" sz="1800" dirty="0">
              <a:solidFill>
                <a:srgbClr val="404040"/>
              </a:solidFill>
              <a:ea typeface="Calibri" panose="020F0502020204030204" pitchFamily="34" charset="0"/>
              <a:sym typeface="Arial" panose="020B0604020202090204" pitchFamily="34" charset="0"/>
            </a:endParaRPr>
          </a:p>
          <a:p>
            <a:pPr marL="914400" lvl="2" indent="457200" algn="l" defTabSz="1216025">
              <a:lnSpc>
                <a:spcPct val="80000"/>
              </a:lnSpc>
              <a:spcBef>
                <a:spcPct val="20000"/>
              </a:spcBef>
              <a:buFont typeface="Arial" panose="020B0604020202090204" pitchFamily="34" charset="0"/>
            </a:pPr>
            <a:r>
              <a:rPr lang="en-US" altLang="en-US" sz="1800" dirty="0">
                <a:solidFill>
                  <a:srgbClr val="404040"/>
                </a:solidFill>
                <a:ea typeface="Calibri" panose="020F0502020204030204" pitchFamily="34" charset="0"/>
                <a:sym typeface="Arial" panose="020B0604020202090204" pitchFamily="34" charset="0"/>
              </a:rPr>
              <a:t>- Logistical mismanagement (like gate availability or boarding delays)</a:t>
            </a:r>
            <a:endParaRPr lang="en-US" altLang="en-US" sz="1800" dirty="0">
              <a:solidFill>
                <a:srgbClr val="404040"/>
              </a:solidFill>
              <a:ea typeface="Calibri" panose="020F0502020204030204" pitchFamily="34" charset="0"/>
              <a:sym typeface="Arial" panose="020B0604020202090204" pitchFamily="34" charset="0"/>
            </a:endParaRPr>
          </a:p>
          <a:p>
            <a:pPr marL="0" lvl="0" indent="457200" algn="l" defTabSz="1216025">
              <a:lnSpc>
                <a:spcPct val="80000"/>
              </a:lnSpc>
              <a:spcBef>
                <a:spcPct val="20000"/>
              </a:spcBef>
              <a:buFont typeface="Arial" panose="020B0604020202090204" pitchFamily="34" charset="0"/>
            </a:pPr>
            <a:r>
              <a:rPr lang="en-US" altLang="en-US" sz="1800" dirty="0">
                <a:solidFill>
                  <a:srgbClr val="404040"/>
                </a:solidFill>
                <a:ea typeface="Calibri" panose="020F0502020204030204" pitchFamily="34" charset="0"/>
                <a:sym typeface="Arial" panose="020B0604020202090204" pitchFamily="34" charset="0"/>
              </a:rPr>
              <a:t>In short: It's operational inefficiency or human/system errors within the airline.</a:t>
            </a:r>
            <a:endParaRPr lang="en-US" altLang="en-US" sz="1800" dirty="0">
              <a:solidFill>
                <a:srgbClr val="404040"/>
              </a:solidFill>
              <a:ea typeface="Calibri" panose="020F0502020204030204" pitchFamily="34" charset="0"/>
              <a:sym typeface="Arial" panose="020B0604020202090204" pitchFamily="34" charset="0"/>
            </a:endParaRPr>
          </a:p>
        </p:txBody>
      </p:sp>
      <p:sp>
        <p:nvSpPr>
          <p:cNvPr id="10250" name="文本框 28"/>
          <p:cNvSpPr txBox="1"/>
          <p:nvPr/>
        </p:nvSpPr>
        <p:spPr>
          <a:xfrm>
            <a:off x="96520" y="90805"/>
            <a:ext cx="11864340" cy="706755"/>
          </a:xfrm>
          <a:prstGeom prst="rect">
            <a:avLst/>
          </a:prstGeom>
          <a:noFill/>
          <a:ln w="9525">
            <a:noFill/>
          </a:ln>
        </p:spPr>
        <p:txBody>
          <a:bodyPr wrap="square" anchor="t">
            <a:spAutoFit/>
          </a:bodyPr>
          <a:p>
            <a:pPr>
              <a:buFont typeface="Arial" panose="020B0604020202090204" pitchFamily="34" charset="0"/>
            </a:pPr>
            <a:r>
              <a:rPr lang="en-US" altLang="en-US" sz="4000" b="1" dirty="0">
                <a:solidFill>
                  <a:srgbClr val="404040"/>
                </a:solidFill>
                <a:ea typeface="Calibri" panose="020F0502020204030204" pitchFamily="34" charset="0"/>
              </a:rPr>
              <a:t>Conclusion regarding all the data above</a:t>
            </a:r>
            <a:endParaRPr lang="en-US" altLang="en-US" sz="4000" b="1" dirty="0">
              <a:solidFill>
                <a:srgbClr val="404040"/>
              </a:solidFill>
              <a:ea typeface="Calibri" panose="020F0502020204030204" pitchFamily="34" charset="0"/>
            </a:endParaRPr>
          </a:p>
        </p:txBody>
      </p:sp>
      <p:sp>
        <p:nvSpPr>
          <p:cNvPr id="2" name="Text Box 1"/>
          <p:cNvSpPr txBox="1"/>
          <p:nvPr/>
        </p:nvSpPr>
        <p:spPr>
          <a:xfrm>
            <a:off x="7788275" y="3736340"/>
            <a:ext cx="4172585" cy="1478915"/>
          </a:xfrm>
          <a:prstGeom prst="rect">
            <a:avLst/>
          </a:prstGeom>
          <a:noFill/>
        </p:spPr>
        <p:txBody>
          <a:bodyPr wrap="square" rtlCol="0" anchor="t">
            <a:noAutofit/>
          </a:bodyPr>
          <a:p>
            <a:pPr marL="0" lvl="0" indent="457200" algn="l" defTabSz="1216025">
              <a:lnSpc>
                <a:spcPct val="80000"/>
              </a:lnSpc>
              <a:spcBef>
                <a:spcPct val="20000"/>
              </a:spcBef>
              <a:buFont typeface="Arial" panose="020B0604020202090204" pitchFamily="34" charset="0"/>
            </a:pPr>
            <a:r>
              <a:rPr lang="en-US" altLang="en-US" sz="1800" dirty="0">
                <a:solidFill>
                  <a:srgbClr val="404040"/>
                </a:solidFill>
                <a:ea typeface="Calibri" panose="020F0502020204030204" pitchFamily="34" charset="0"/>
                <a:sym typeface="Arial" panose="020B0604020202090204" pitchFamily="34" charset="0"/>
              </a:rPr>
              <a:t>LateAircraftDelay     35370.0  </a:t>
            </a:r>
            <a:endParaRPr lang="en-US" altLang="en-US" sz="1800" dirty="0">
              <a:solidFill>
                <a:srgbClr val="404040"/>
              </a:solidFill>
              <a:ea typeface="Calibri" panose="020F0502020204030204" pitchFamily="34" charset="0"/>
              <a:sym typeface="Arial" panose="020B0604020202090204" pitchFamily="34" charset="0"/>
            </a:endParaRPr>
          </a:p>
          <a:p>
            <a:pPr marL="0" lvl="0" indent="457200" algn="l" defTabSz="1216025">
              <a:lnSpc>
                <a:spcPct val="80000"/>
              </a:lnSpc>
              <a:spcBef>
                <a:spcPct val="20000"/>
              </a:spcBef>
              <a:buFont typeface="Arial" panose="020B0604020202090204" pitchFamily="34" charset="0"/>
            </a:pPr>
            <a:r>
              <a:rPr lang="en-US" altLang="en-US" sz="1800" dirty="0">
                <a:solidFill>
                  <a:srgbClr val="404040"/>
                </a:solidFill>
                <a:ea typeface="Calibri" panose="020F0502020204030204" pitchFamily="34" charset="0"/>
                <a:sym typeface="Arial" panose="020B0604020202090204" pitchFamily="34" charset="0"/>
              </a:rPr>
              <a:t>CarrierDelay             15905.0  </a:t>
            </a:r>
            <a:endParaRPr lang="en-US" altLang="en-US" sz="1800" dirty="0">
              <a:solidFill>
                <a:srgbClr val="404040"/>
              </a:solidFill>
              <a:ea typeface="Calibri" panose="020F0502020204030204" pitchFamily="34" charset="0"/>
              <a:sym typeface="Arial" panose="020B0604020202090204" pitchFamily="34" charset="0"/>
            </a:endParaRPr>
          </a:p>
          <a:p>
            <a:pPr marL="0" lvl="0" indent="457200" algn="l" defTabSz="1216025">
              <a:lnSpc>
                <a:spcPct val="80000"/>
              </a:lnSpc>
              <a:spcBef>
                <a:spcPct val="20000"/>
              </a:spcBef>
              <a:buFont typeface="Arial" panose="020B0604020202090204" pitchFamily="34" charset="0"/>
            </a:pPr>
            <a:r>
              <a:rPr lang="en-US" altLang="en-US" sz="1800" dirty="0">
                <a:solidFill>
                  <a:srgbClr val="404040"/>
                </a:solidFill>
                <a:ea typeface="Calibri" panose="020F0502020204030204" pitchFamily="34" charset="0"/>
                <a:sym typeface="Arial" panose="020B0604020202090204" pitchFamily="34" charset="0"/>
              </a:rPr>
              <a:t>NASDelay                 4486.0  </a:t>
            </a:r>
            <a:endParaRPr lang="en-US" altLang="en-US" sz="1800" dirty="0">
              <a:solidFill>
                <a:srgbClr val="404040"/>
              </a:solidFill>
              <a:ea typeface="Calibri" panose="020F0502020204030204" pitchFamily="34" charset="0"/>
              <a:sym typeface="Arial" panose="020B0604020202090204" pitchFamily="34" charset="0"/>
            </a:endParaRPr>
          </a:p>
          <a:p>
            <a:pPr marL="0" lvl="0" indent="457200" algn="l" defTabSz="1216025">
              <a:lnSpc>
                <a:spcPct val="80000"/>
              </a:lnSpc>
              <a:spcBef>
                <a:spcPct val="20000"/>
              </a:spcBef>
              <a:buFont typeface="Arial" panose="020B0604020202090204" pitchFamily="34" charset="0"/>
            </a:pPr>
            <a:r>
              <a:rPr lang="en-US" altLang="en-US" sz="1800" dirty="0">
                <a:solidFill>
                  <a:srgbClr val="404040"/>
                </a:solidFill>
                <a:ea typeface="Calibri" panose="020F0502020204030204" pitchFamily="34" charset="0"/>
                <a:sym typeface="Arial" panose="020B0604020202090204" pitchFamily="34" charset="0"/>
              </a:rPr>
              <a:t>WeatherDelay           515.0  </a:t>
            </a:r>
            <a:endParaRPr lang="en-US" altLang="en-US" sz="1800" dirty="0">
              <a:solidFill>
                <a:srgbClr val="404040"/>
              </a:solidFill>
              <a:ea typeface="Calibri" panose="020F0502020204030204" pitchFamily="34" charset="0"/>
              <a:sym typeface="Arial" panose="020B0604020202090204" pitchFamily="34" charset="0"/>
            </a:endParaRPr>
          </a:p>
          <a:p>
            <a:pPr marL="0" lvl="0" indent="457200" algn="l" defTabSz="1216025">
              <a:lnSpc>
                <a:spcPct val="80000"/>
              </a:lnSpc>
              <a:spcBef>
                <a:spcPct val="20000"/>
              </a:spcBef>
              <a:buFont typeface="Arial" panose="020B0604020202090204" pitchFamily="34" charset="0"/>
            </a:pPr>
            <a:r>
              <a:rPr lang="en-US" altLang="en-US" sz="1800" dirty="0">
                <a:solidFill>
                  <a:srgbClr val="404040"/>
                </a:solidFill>
                <a:ea typeface="Calibri" panose="020F0502020204030204" pitchFamily="34" charset="0"/>
                <a:sym typeface="Arial" panose="020B0604020202090204" pitchFamily="34" charset="0"/>
              </a:rPr>
              <a:t>SecurityDelay           121.0</a:t>
            </a:r>
            <a:endParaRPr lang="en-US" altLang="en-US" sz="1800" dirty="0">
              <a:solidFill>
                <a:srgbClr val="404040"/>
              </a:solidFill>
              <a:ea typeface="Calibri" panose="020F0502020204030204" pitchFamily="34" charset="0"/>
              <a:sym typeface="Arial" panose="020B0604020202090204" pitchFamily="34" charset="0"/>
            </a:endParaRPr>
          </a:p>
        </p:txBody>
      </p:sp>
    </p:spTree>
  </p:cSld>
  <p:clrMapOvr>
    <a:masterClrMapping/>
  </p:clrMapOvr>
  <p:transition spd="slow">
    <p:wipe/>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9697" name="图片 3"/>
          <p:cNvPicPr>
            <a:picLocks noChangeAspect="1"/>
          </p:cNvPicPr>
          <p:nvPr/>
        </p:nvPicPr>
        <p:blipFill>
          <a:blip r:embed="rId1"/>
          <a:srcRect l="5727" r="16841" b="26530"/>
          <a:stretch>
            <a:fillRect/>
          </a:stretch>
        </p:blipFill>
        <p:spPr>
          <a:xfrm>
            <a:off x="635" y="0"/>
            <a:ext cx="12192000" cy="6858000"/>
          </a:xfrm>
          <a:prstGeom prst="rect">
            <a:avLst/>
          </a:prstGeom>
          <a:noFill/>
          <a:ln w="9525">
            <a:noFill/>
          </a:ln>
        </p:spPr>
      </p:pic>
      <p:grpSp>
        <p:nvGrpSpPr>
          <p:cNvPr id="29698" name="组合 4"/>
          <p:cNvGrpSpPr/>
          <p:nvPr/>
        </p:nvGrpSpPr>
        <p:grpSpPr>
          <a:xfrm>
            <a:off x="2434173" y="1840865"/>
            <a:ext cx="7693442" cy="3779927"/>
            <a:chOff x="3457574" y="1980015"/>
            <a:chExt cx="5143501" cy="2116840"/>
          </a:xfrm>
        </p:grpSpPr>
        <p:grpSp>
          <p:nvGrpSpPr>
            <p:cNvPr id="29699" name="组合 5"/>
            <p:cNvGrpSpPr/>
            <p:nvPr/>
          </p:nvGrpSpPr>
          <p:grpSpPr>
            <a:xfrm>
              <a:off x="3590925" y="1980069"/>
              <a:ext cx="5010150" cy="679906"/>
              <a:chOff x="4324350" y="2295525"/>
              <a:chExt cx="3733800" cy="679906"/>
            </a:xfrm>
          </p:grpSpPr>
          <p:cxnSp>
            <p:nvCxnSpPr>
              <p:cNvPr id="15" name="直接连接符 14"/>
              <p:cNvCxnSpPr/>
              <p:nvPr/>
            </p:nvCxnSpPr>
            <p:spPr>
              <a:xfrm>
                <a:off x="4325257" y="2295525"/>
                <a:ext cx="0" cy="679904"/>
              </a:xfrm>
              <a:prstGeom prst="line">
                <a:avLst/>
              </a:prstGeom>
              <a:ln w="3175">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cxnSp>
            <p:nvCxnSpPr>
              <p:cNvPr id="16" name="直接连接符 15"/>
              <p:cNvCxnSpPr/>
              <p:nvPr/>
            </p:nvCxnSpPr>
            <p:spPr>
              <a:xfrm>
                <a:off x="4324350" y="2295525"/>
                <a:ext cx="3600450" cy="0"/>
              </a:xfrm>
              <a:prstGeom prst="lin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cxnSp>
            <p:nvCxnSpPr>
              <p:cNvPr id="17" name="直接连接符 16"/>
              <p:cNvCxnSpPr/>
              <p:nvPr/>
            </p:nvCxnSpPr>
            <p:spPr>
              <a:xfrm>
                <a:off x="7916182" y="2295525"/>
                <a:ext cx="0" cy="679904"/>
              </a:xfrm>
              <a:prstGeom prst="line">
                <a:avLst/>
              </a:prstGeom>
              <a:ln w="3175">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cxnSp>
            <p:nvCxnSpPr>
              <p:cNvPr id="18" name="直接连接符 17"/>
              <p:cNvCxnSpPr/>
              <p:nvPr/>
            </p:nvCxnSpPr>
            <p:spPr>
              <a:xfrm flipV="1">
                <a:off x="7915275" y="2886075"/>
                <a:ext cx="142875" cy="89356"/>
              </a:xfrm>
              <a:prstGeom prst="lin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grpSp>
        <p:grpSp>
          <p:nvGrpSpPr>
            <p:cNvPr id="29704" name="组合 6"/>
            <p:cNvGrpSpPr/>
            <p:nvPr/>
          </p:nvGrpSpPr>
          <p:grpSpPr>
            <a:xfrm flipH="1" flipV="1">
              <a:off x="3457574" y="3370824"/>
              <a:ext cx="4951785" cy="726031"/>
              <a:chOff x="4324350" y="2295525"/>
              <a:chExt cx="3733800" cy="679906"/>
            </a:xfrm>
          </p:grpSpPr>
          <p:cxnSp>
            <p:nvCxnSpPr>
              <p:cNvPr id="11" name="直接连接符 10"/>
              <p:cNvCxnSpPr/>
              <p:nvPr/>
            </p:nvCxnSpPr>
            <p:spPr>
              <a:xfrm>
                <a:off x="4325257" y="2295525"/>
                <a:ext cx="0" cy="679904"/>
              </a:xfrm>
              <a:prstGeom prst="line">
                <a:avLst/>
              </a:prstGeom>
              <a:ln w="3175">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cxnSp>
            <p:nvCxnSpPr>
              <p:cNvPr id="12" name="直接连接符 11"/>
              <p:cNvCxnSpPr/>
              <p:nvPr/>
            </p:nvCxnSpPr>
            <p:spPr>
              <a:xfrm>
                <a:off x="4324350" y="2295525"/>
                <a:ext cx="3600450" cy="0"/>
              </a:xfrm>
              <a:prstGeom prst="lin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cxnSp>
            <p:nvCxnSpPr>
              <p:cNvPr id="13" name="直接连接符 12"/>
              <p:cNvCxnSpPr/>
              <p:nvPr/>
            </p:nvCxnSpPr>
            <p:spPr>
              <a:xfrm>
                <a:off x="7916182" y="2295525"/>
                <a:ext cx="0" cy="679904"/>
              </a:xfrm>
              <a:prstGeom prst="line">
                <a:avLst/>
              </a:prstGeom>
              <a:ln w="3175">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cxnSp>
            <p:nvCxnSpPr>
              <p:cNvPr id="14" name="直接连接符 13"/>
              <p:cNvCxnSpPr/>
              <p:nvPr/>
            </p:nvCxnSpPr>
            <p:spPr>
              <a:xfrm flipV="1">
                <a:off x="7915275" y="2886075"/>
                <a:ext cx="142875" cy="89356"/>
              </a:xfrm>
              <a:prstGeom prst="lin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grpSp>
        <p:sp>
          <p:nvSpPr>
            <p:cNvPr id="29709" name="文本框 7"/>
            <p:cNvSpPr txBox="1"/>
            <p:nvPr/>
          </p:nvSpPr>
          <p:spPr>
            <a:xfrm>
              <a:off x="3753328" y="1980015"/>
              <a:ext cx="4495699" cy="2033399"/>
            </a:xfrm>
            <a:prstGeom prst="rect">
              <a:avLst/>
            </a:prstGeom>
            <a:noFill/>
            <a:ln w="9525">
              <a:noFill/>
            </a:ln>
          </p:spPr>
          <p:txBody>
            <a:bodyPr wrap="square" anchor="t">
              <a:spAutoFit/>
            </a:bodyPr>
            <a:p>
              <a:pPr algn="ctr" defTabSz="914400"/>
              <a:r>
                <a:rPr lang="en-US" altLang="zh-CN" sz="11500" i="1" dirty="0">
                  <a:solidFill>
                    <a:srgbClr val="404040"/>
                  </a:solidFill>
                  <a:ea typeface="Calibri" panose="020F0502020204030204" pitchFamily="34" charset="0"/>
                </a:rPr>
                <a:t>THANK YOU!</a:t>
              </a:r>
              <a:endParaRPr lang="en-US" altLang="zh-CN" sz="11500" i="1" dirty="0">
                <a:solidFill>
                  <a:srgbClr val="404040"/>
                </a:solidFill>
                <a:ea typeface="Calibri" panose="020F0502020204030204" pitchFamily="34" charset="0"/>
              </a:endParaRPr>
            </a:p>
          </p:txBody>
        </p:sp>
      </p:grpSp>
    </p:spTree>
  </p:cSld>
  <p:clrMapOvr>
    <a:masterClrMapping/>
  </p:clrMapOvr>
  <p:transition spd="slow">
    <p:wip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3336</Words>
  <Application>WPS Presentation</Application>
  <PresentationFormat>宽屏</PresentationFormat>
  <Paragraphs>113</Paragraphs>
  <Slides>21</Slides>
  <Notes>0</Notes>
  <HiddenSlides>0</HiddenSlides>
  <MMClips>0</MMClips>
  <ScaleCrop>false</ScaleCrop>
  <HeadingPairs>
    <vt:vector size="6" baseType="variant">
      <vt:variant>
        <vt:lpstr>已用的字体</vt:lpstr>
      </vt:variant>
      <vt:variant>
        <vt:i4>11</vt:i4>
      </vt:variant>
      <vt:variant>
        <vt:lpstr>主题</vt:lpstr>
      </vt:variant>
      <vt:variant>
        <vt:i4>1</vt:i4>
      </vt:variant>
      <vt:variant>
        <vt:lpstr>幻灯片标题</vt:lpstr>
      </vt:variant>
      <vt:variant>
        <vt:i4>21</vt:i4>
      </vt:variant>
    </vt:vector>
  </HeadingPairs>
  <TitlesOfParts>
    <vt:vector size="33" baseType="lpstr">
      <vt:lpstr>Arial</vt:lpstr>
      <vt:lpstr>SimSun</vt:lpstr>
      <vt:lpstr>Wingdings</vt:lpstr>
      <vt:lpstr>Calibri</vt:lpstr>
      <vt:lpstr>Helvetica Neue</vt:lpstr>
      <vt:lpstr>宋体-简</vt:lpstr>
      <vt:lpstr>Microsoft YaHei</vt:lpstr>
      <vt:lpstr>汉仪旗黑</vt:lpstr>
      <vt:lpstr>Arial Unicode MS</vt:lpstr>
      <vt:lpstr>Calibri Light</vt:lpstr>
      <vt:lpstr>SimSun</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ZhuLong</dc:creator>
  <cp:lastModifiedBy>mclight</cp:lastModifiedBy>
  <cp:revision>38</cp:revision>
  <dcterms:created xsi:type="dcterms:W3CDTF">2025-11-05T08:48:09Z</dcterms:created>
  <dcterms:modified xsi:type="dcterms:W3CDTF">2025-11-05T08:48:09Z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1033-12.1.23143.23143</vt:lpwstr>
  </property>
  <property fmtid="{D5CDD505-2E9C-101B-9397-08002B2CF9AE}" pid="3" name="ICV">
    <vt:lpwstr>CA86A7F271A9AD85D3B10969DD46BBC6_43</vt:lpwstr>
  </property>
</Properties>
</file>