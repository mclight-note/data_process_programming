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6" r:id="rId3"/>
    <p:sldId id="299" r:id="rId4"/>
    <p:sldId id="305" r:id="rId5"/>
    <p:sldId id="285" r:id="rId6"/>
  </p:sldIdLst>
  <p:sldSz cx="12192000" cy="6858000"/>
  <p:notesSz cx="9144000" cy="6858000"/>
  <p:defaultTextStyle>
    <a:defPPr>
      <a:defRPr lang="zh-CN"/>
    </a:defPPr>
    <a:lvl1pPr marL="0" lvl="0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1pPr>
    <a:lvl2pPr marL="457200" lvl="1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2pPr>
    <a:lvl3pPr marL="914400" lvl="2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3pPr>
    <a:lvl4pPr marL="1371600" lvl="3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4pPr>
    <a:lvl5pPr marL="1828800" lvl="4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5pPr>
    <a:lvl6pPr marL="2286000" lvl="5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6pPr>
    <a:lvl7pPr marL="2743200" lvl="6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7pPr>
    <a:lvl8pPr marL="3200400" lvl="7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8pPr>
    <a:lvl9pPr marL="3657600" lvl="8" indent="0" algn="l" defTabSz="914400" rtl="0" eaLnBrk="1" fontAlgn="base" latinLnBrk="0" hangingPunct="1">
      <a:lnSpc>
        <a:spcPct val="100000"/>
      </a:lnSpc>
      <a:spcBef>
        <a:spcPct val="0"/>
      </a:spcBef>
      <a:spcAft>
        <a:spcPct val="0"/>
      </a:spcAft>
      <a:buFontTx/>
      <a:buNone/>
      <a:defRPr b="0" i="0" u="none" kern="1200" baseline="0">
        <a:solidFill>
          <a:schemeClr val="tx1"/>
        </a:solidFill>
        <a:latin typeface="Calibri" panose="020F0502020204030204" pitchFamily="34" charset="0"/>
        <a:ea typeface="SimSun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222" y="-6"/>
      </p:cViewPr>
      <p:guideLst>
        <p:guide orient="horz" pos="2160"/>
        <p:guide pos="3864"/>
      </p:guideLst>
    </p:cSldViewPr>
  </p:slideViewPr>
  <p:notesTextViewPr>
    <p:cViewPr>
      <p:scale>
        <a:sx n="1" d="1"/>
        <a:sy n="1" d="1"/>
      </p:scale>
      <p:origin x="0" y="0"/>
    </p:cViewPr>
  </p:notesTextViewPr>
  <p:sorterViewPr showFormatting="0">
    <p:cViewPr>
      <p:scale>
        <a:sx n="100" d="100"/>
        <a:sy n="100" d="100"/>
      </p:scale>
      <p:origin x="0" y="-1106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handoutMaster" Target="handoutMasters/handoutMaster1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6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600"/>
            </a:lvl1pPr>
          </a:lstStyle>
          <a:p>
            <a:pPr fontAlgn="base"/>
            <a:fld id="{0F9B84EA-7D68-4D60-9CB1-D50884785D1C}" type="datetimeFigureOut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6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5179484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600"/>
            </a:lvl1pPr>
          </a:lstStyle>
          <a:p>
            <a:pPr fontAlgn="base"/>
            <a:fld id="{8D4E0FC9-F1F8-4FAE-9988-3BA365CFD46F}" type="slidenum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fontAlgn="base"/>
            <a:fld id="{D2A48B96-639E-45A3-A0BA-2464DFDB1FAA}" type="datetimeFigureOut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  <p:sp>
        <p:nvSpPr>
          <p:cNvPr id="3076" name="幻灯片图像占位符 3"/>
          <p:cNvSpPr>
            <a:spLocks noGrp="1" noRot="1" noChangeAspect="1"/>
          </p:cNvSpPr>
          <p:nvPr>
            <p:ph type="sldImg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3077" name="备注占位符 4"/>
          <p:cNvSpPr>
            <a:spLocks noGrp="1"/>
          </p:cNvSpPr>
          <p:nvPr>
            <p:ph type="body" sz="quarter"/>
          </p:nvPr>
        </p:nvSpPr>
        <p:spPr>
          <a:xfrm>
            <a:off x="914400" y="3300413"/>
            <a:ext cx="7315200" cy="2700338"/>
          </a:xfrm>
          <a:prstGeom prst="rect">
            <a:avLst/>
          </a:prstGeom>
          <a:noFill/>
          <a:ln w="9525">
            <a:noFill/>
          </a:ln>
        </p:spPr>
        <p:txBody>
          <a:bodyPr lIns="91440" tIns="45720" rIns="91440" bIns="45720" anchor="t"/>
          <a:p>
            <a:pPr lvl="0"/>
            <a:r>
              <a:rPr lang="zh-CN" altLang="en-US" dirty="0"/>
              <a:t>Click to edit Master text style</a:t>
            </a:r>
            <a:endParaRPr lang="zh-CN" altLang="en-US" dirty="0"/>
          </a:p>
          <a:p>
            <a:pPr lvl="1" indent="0"/>
            <a:r>
              <a:rPr lang="zh-CN" altLang="en-US" dirty="0"/>
              <a:t>Second level</a:t>
            </a:r>
            <a:endParaRPr lang="zh-CN" altLang="en-US" dirty="0"/>
          </a:p>
          <a:p>
            <a:pPr lvl="2" indent="0"/>
            <a:r>
              <a:rPr lang="zh-CN" altLang="en-US" dirty="0"/>
              <a:t>Third level</a:t>
            </a:r>
            <a:endParaRPr lang="zh-CN" altLang="en-US" dirty="0"/>
          </a:p>
          <a:p>
            <a:pPr lvl="3" indent="0"/>
            <a:r>
              <a:rPr lang="zh-CN" altLang="en-US" dirty="0"/>
              <a:t>Fourth level</a:t>
            </a:r>
            <a:endParaRPr lang="zh-CN" altLang="en-US" dirty="0"/>
          </a:p>
          <a:p>
            <a:pPr lvl="4" indent="0"/>
            <a:r>
              <a:rPr lang="zh-CN" altLang="en-US" dirty="0"/>
              <a:t>Fifth level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fontAlgn="base"/>
            <a:endParaRPr lang="zh-CN" altLang="en-US" strike="noStrike" noProof="1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fontAlgn="base"/>
            <a:fld id="{A6837353-30EB-4A48-80EB-173D804AEFBD}" type="slidenum">
              <a:rPr lang="zh-CN" altLang="en-US" strike="noStrike" noProof="1" smtClean="0">
                <a:latin typeface="Calibri" panose="020F0502020204030204" pitchFamily="34" charset="0"/>
                <a:ea typeface="SimSun" pitchFamily="2" charset="-122"/>
                <a:cs typeface="+mn-cs"/>
              </a:rPr>
            </a:fld>
            <a:endParaRPr lang="zh-CN" altLang="en-US" strike="noStrike" noProof="1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auto"/>
            <a:r>
              <a:rPr lang="zh-CN" altLang="en-US" strike="noStrike" noProof="1" smtClean="0"/>
              <a:t>Click to edit Master title style</a:t>
            </a:r>
            <a:endParaRPr lang="zh-CN" altLang="en-US" strike="noStrike" noProof="1" smtClean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auto"/>
            <a:r>
              <a:rPr lang="zh-CN" altLang="en-US" strike="noStrike" noProof="1" smtClean="0"/>
              <a:t>Click to edit Master title style</a:t>
            </a:r>
            <a:endParaRPr lang="zh-CN" altLang="en-US" strike="noStrike" noProof="1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EF05245-1089-431C-9CB9-1C9E798A99A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1026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p>
            <a:pPr lvl="0"/>
            <a:r>
              <a:rPr lang="zh-CN" altLang="en-US" dirty="0"/>
              <a:t>Click to edit Master title style</a:t>
            </a:r>
            <a:endParaRPr lang="zh-CN" altLang="en-US" dirty="0"/>
          </a:p>
        </p:txBody>
      </p:sp>
      <p:sp>
        <p:nvSpPr>
          <p:cNvPr id="1027" name="文本占位符 2"/>
          <p:cNvSpPr>
            <a:spLocks noGrp="1"/>
          </p:cNvSpPr>
          <p:nvPr>
            <p:ph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9525">
            <a:noFill/>
          </a:ln>
        </p:spPr>
        <p:txBody>
          <a:bodyPr anchor="t"/>
          <a:p>
            <a:pPr lvl="0" indent="-228600"/>
            <a:r>
              <a:rPr lang="zh-CN" altLang="en-US" dirty="0"/>
              <a:t>Click to edit Master text style</a:t>
            </a:r>
            <a:endParaRPr lang="zh-CN" altLang="en-US" dirty="0"/>
          </a:p>
          <a:p>
            <a:pPr lvl="1" indent="-228600"/>
            <a:r>
              <a:rPr lang="zh-CN" altLang="en-US" dirty="0"/>
              <a:t>Second level</a:t>
            </a:r>
            <a:endParaRPr lang="zh-CN" altLang="en-US" dirty="0"/>
          </a:p>
          <a:p>
            <a:pPr lvl="2" indent="-228600"/>
            <a:r>
              <a:rPr lang="zh-CN" altLang="en-US" dirty="0"/>
              <a:t>Third level</a:t>
            </a:r>
            <a:endParaRPr lang="zh-CN" altLang="en-US" dirty="0"/>
          </a:p>
          <a:p>
            <a:pPr lvl="3" indent="-228600"/>
            <a:r>
              <a:rPr lang="zh-CN" altLang="en-US" dirty="0"/>
              <a:t>Fourth level</a:t>
            </a:r>
            <a:endParaRPr lang="zh-CN" altLang="en-US" dirty="0"/>
          </a:p>
          <a:p>
            <a:pPr lvl="4" indent="-228600"/>
            <a:r>
              <a:rPr lang="zh-CN" altLang="en-US" dirty="0"/>
              <a:t>Fifth level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BEF05245-1089-431C-9CB9-1C9E798A99A0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ransition spd="slow">
    <p:wipe/>
  </p:transition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097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-762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4098" name="组合 4"/>
          <p:cNvGrpSpPr/>
          <p:nvPr/>
        </p:nvGrpSpPr>
        <p:grpSpPr>
          <a:xfrm>
            <a:off x="2430780" y="989965"/>
            <a:ext cx="7280276" cy="4449445"/>
            <a:chOff x="2655655" y="744096"/>
            <a:chExt cx="6701164" cy="4093888"/>
          </a:xfrm>
        </p:grpSpPr>
        <p:grpSp>
          <p:nvGrpSpPr>
            <p:cNvPr id="4099" name="组合 5"/>
            <p:cNvGrpSpPr/>
            <p:nvPr/>
          </p:nvGrpSpPr>
          <p:grpSpPr>
            <a:xfrm>
              <a:off x="3590925" y="1980069"/>
              <a:ext cx="5010150" cy="679906"/>
              <a:chOff x="4324350" y="2295525"/>
              <a:chExt cx="3733800" cy="679906"/>
            </a:xfrm>
          </p:grpSpPr>
          <p:cxnSp>
            <p:nvCxnSpPr>
              <p:cNvPr id="15" name="直接连接符 14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连接符 15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连接符 16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104" name="组合 6"/>
            <p:cNvGrpSpPr/>
            <p:nvPr/>
          </p:nvGrpSpPr>
          <p:grpSpPr>
            <a:xfrm flipH="1" flipV="1">
              <a:off x="3457574" y="3370824"/>
              <a:ext cx="4951785" cy="726031"/>
              <a:chOff x="4324350" y="2295525"/>
              <a:chExt cx="3733800" cy="679906"/>
            </a:xfrm>
          </p:grpSpPr>
          <p:cxnSp>
            <p:nvCxnSpPr>
              <p:cNvPr id="11" name="直接连接符 10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接连接符 11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 12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连接符 13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10" name="文本框 8"/>
            <p:cNvSpPr txBox="1"/>
            <p:nvPr/>
          </p:nvSpPr>
          <p:spPr>
            <a:xfrm>
              <a:off x="2655655" y="4414398"/>
              <a:ext cx="6701164" cy="42358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 algn="ctr" defTabSz="914400"/>
              <a:endParaRPr 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endParaRPr>
            </a:p>
          </p:txBody>
        </p:sp>
        <p:sp>
          <p:nvSpPr>
            <p:cNvPr id="4111" name="文本框 9"/>
            <p:cNvSpPr txBox="1"/>
            <p:nvPr/>
          </p:nvSpPr>
          <p:spPr>
            <a:xfrm>
              <a:off x="3002257" y="744096"/>
              <a:ext cx="5959447" cy="536932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 algn="ctr" defTabSz="914400"/>
              <a:r>
                <a:rPr lang="en-US" altLang="zh-CN" sz="3200" dirty="0">
                  <a:solidFill>
                    <a:srgbClr val="404040"/>
                  </a:solidFill>
                  <a:ea typeface="Calibri" panose="020F0502020204030204" pitchFamily="34" charset="0"/>
                  <a:sym typeface="Arial" panose="020B0604020202090204" pitchFamily="34" charset="0"/>
                </a:rPr>
                <a:t>Data Process Programming</a:t>
              </a:r>
              <a:endParaRPr lang="en-US" altLang="zh-CN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endParaRPr>
            </a:p>
          </p:txBody>
        </p:sp>
      </p:grpSp>
      <p:sp>
        <p:nvSpPr>
          <p:cNvPr id="3" name="Rectangles 2"/>
          <p:cNvSpPr/>
          <p:nvPr/>
        </p:nvSpPr>
        <p:spPr>
          <a:xfrm>
            <a:off x="3625850" y="2513965"/>
            <a:ext cx="4852670" cy="1986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en-GB" sz="4400" dirty="0">
                <a:solidFill>
                  <a:schemeClr val="tx1"/>
                </a:solidFill>
                <a:sym typeface="+mn-ea"/>
              </a:rPr>
              <a:t>Flight Delay Analisys System</a:t>
            </a:r>
            <a:endParaRPr lang="en-US" altLang="en-GB" sz="4400" dirty="0">
              <a:solidFill>
                <a:schemeClr val="tx1"/>
              </a:solidFill>
              <a:sym typeface="+mn-ea"/>
            </a:endParaRPr>
          </a:p>
        </p:txBody>
      </p:sp>
      <p:sp>
        <p:nvSpPr>
          <p:cNvPr id="2" name="文本框 9"/>
          <p:cNvSpPr txBox="1"/>
          <p:nvPr/>
        </p:nvSpPr>
        <p:spPr>
          <a:xfrm>
            <a:off x="-7620" y="6146165"/>
            <a:ext cx="12191365" cy="583565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 algn="ctr" defTabSz="914400"/>
            <a:r>
              <a:rPr lang="en-US" altLang="zh-CN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Student: Shukirillaev Mukhammadsodik		ID: 202438379</a:t>
            </a:r>
            <a:endParaRPr lang="en-US" altLang="zh-CN" sz="32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3861435" y="732790"/>
            <a:ext cx="2234565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Sections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28675" y="1729105"/>
            <a:ext cx="10515600" cy="4653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53" name="文本框 6"/>
          <p:cNvSpPr txBox="1"/>
          <p:nvPr/>
        </p:nvSpPr>
        <p:spPr>
          <a:xfrm>
            <a:off x="956945" y="3169920"/>
            <a:ext cx="9671685" cy="92964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0255" name="矩形 8"/>
          <p:cNvSpPr/>
          <p:nvPr/>
        </p:nvSpPr>
        <p:spPr>
          <a:xfrm>
            <a:off x="1082675" y="1889125"/>
            <a:ext cx="10102215" cy="427291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Autofit/>
          </a:bodyPr>
          <a:p>
            <a:pPr marL="457200" lvl="1" indent="457200" algn="l" defTabSz="1216025">
              <a:lnSpc>
                <a:spcPct val="13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3200" b="1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Part 1</a:t>
            </a:r>
            <a:r>
              <a:rPr lang="en-US" altLang="en-US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: Clean and process the flight dataset</a:t>
            </a:r>
            <a:endParaRPr lang="en-US" altLang="en-US" sz="32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13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3200" b="1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Part 2</a:t>
            </a:r>
            <a:r>
              <a:rPr lang="en-US" altLang="en-US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: Identify the major causes of flight delays</a:t>
            </a:r>
            <a:endParaRPr lang="en-US" altLang="en-US" sz="32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13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3200" b="1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Part 3</a:t>
            </a:r>
            <a:r>
              <a:rPr lang="en-US" altLang="en-US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: Explore how factors like distance or weather influence delays</a:t>
            </a:r>
            <a:endParaRPr lang="en-US" altLang="en-US" sz="32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13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3200" b="1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Part 4</a:t>
            </a:r>
            <a:r>
              <a:rPr lang="en-US" altLang="en-US" sz="32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: Visualize the delay patterns clearly.</a:t>
            </a:r>
            <a:endParaRPr lang="en-US" altLang="en-US" sz="32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241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250" name="文本框 28"/>
          <p:cNvSpPr txBox="1"/>
          <p:nvPr/>
        </p:nvSpPr>
        <p:spPr>
          <a:xfrm>
            <a:off x="1610360" y="405765"/>
            <a:ext cx="7923530" cy="64516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spAutoFit/>
          </a:bodyPr>
          <a:p>
            <a:pPr>
              <a:buFont typeface="Arial" panose="020B0604020202090204" pitchFamily="34" charset="0"/>
            </a:pPr>
            <a:r>
              <a:rPr lang="en-US" altLang="en-US" sz="3600" b="1" dirty="0">
                <a:solidFill>
                  <a:srgbClr val="404040"/>
                </a:solidFill>
                <a:ea typeface="Calibri" panose="020F0502020204030204" pitchFamily="34" charset="0"/>
              </a:rPr>
              <a:t>Conclusion</a:t>
            </a:r>
            <a:endParaRPr lang="en-US" altLang="en-US" sz="36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28675" y="1729105"/>
            <a:ext cx="10515600" cy="4653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10253" name="文本框 6"/>
          <p:cNvSpPr txBox="1"/>
          <p:nvPr/>
        </p:nvSpPr>
        <p:spPr>
          <a:xfrm>
            <a:off x="956945" y="1729105"/>
            <a:ext cx="9671685" cy="929640"/>
          </a:xfrm>
          <a:prstGeom prst="rect">
            <a:avLst/>
          </a:prstGeom>
          <a:noFill/>
          <a:ln w="9525">
            <a:noFill/>
          </a:ln>
        </p:spPr>
        <p:txBody>
          <a:bodyPr wrap="square" anchor="t">
            <a:noAutofit/>
          </a:bodyPr>
          <a:p>
            <a:pPr>
              <a:buFont typeface="Arial" panose="020B0604020202090204" pitchFamily="34" charset="0"/>
            </a:pPr>
            <a:endParaRPr lang="en-US" altLang="en-US" sz="3200" b="1" dirty="0">
              <a:solidFill>
                <a:srgbClr val="404040"/>
              </a:solidFill>
              <a:ea typeface="Calibri" panose="020F0502020204030204" pitchFamily="34" charset="0"/>
            </a:endParaRPr>
          </a:p>
        </p:txBody>
      </p:sp>
      <p:sp>
        <p:nvSpPr>
          <p:cNvPr id="10255" name="矩形 8"/>
          <p:cNvSpPr/>
          <p:nvPr/>
        </p:nvSpPr>
        <p:spPr>
          <a:xfrm>
            <a:off x="1082675" y="2136775"/>
            <a:ext cx="9545955" cy="3837305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spAutoFit/>
          </a:bodyPr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Our project followed the Agile model, which helped us:</a:t>
            </a: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	•	Break work into manageable tasks (sprint)</a:t>
            </a: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	•	Stay organized and flexible</a:t>
            </a: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	•	Deliver a working product incrementally</a:t>
            </a: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	•	Get feedback and improve continuously</a:t>
            </a: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Through this process, we learned the value of teamwork, planning, and adaptability in real-world software development.</a:t>
            </a: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  <a:p>
            <a:pPr marL="457200" lvl="1" indent="457200" algn="l" defTabSz="1216025">
              <a:lnSpc>
                <a:spcPct val="90000"/>
              </a:lnSpc>
              <a:spcBef>
                <a:spcPct val="20000"/>
              </a:spcBef>
              <a:buFont typeface="Arial" panose="020B0604020202090204" pitchFamily="34" charset="0"/>
            </a:pPr>
            <a:r>
              <a:rPr lang="en-US" altLang="en-US" sz="2400" dirty="0">
                <a:solidFill>
                  <a:srgbClr val="404040"/>
                </a:solidFill>
                <a:ea typeface="Calibri" panose="020F0502020204030204" pitchFamily="34" charset="0"/>
                <a:sym typeface="Arial" panose="020B0604020202090204" pitchFamily="34" charset="0"/>
              </a:rPr>
              <a:t>https://github.com/yusufjonc07/CourseAssignments/tree/main/software-engineering/6.%20Agile%20Sprint</a:t>
            </a:r>
            <a:endParaRPr lang="en-US" altLang="en-US" sz="2400" dirty="0">
              <a:solidFill>
                <a:srgbClr val="404040"/>
              </a:solidFill>
              <a:ea typeface="Calibri" panose="020F0502020204030204" pitchFamily="34" charset="0"/>
              <a:sym typeface="Arial" panose="020B0604020202090204" pitchFamily="34" charset="0"/>
            </a:endParaRPr>
          </a:p>
        </p:txBody>
      </p:sp>
    </p:spTree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9697" name="图片 3"/>
          <p:cNvPicPr>
            <a:picLocks noChangeAspect="1"/>
          </p:cNvPicPr>
          <p:nvPr/>
        </p:nvPicPr>
        <p:blipFill>
          <a:blip r:embed="rId1"/>
          <a:srcRect l="5727" r="16841" b="26530"/>
          <a:stretch>
            <a:fillRect/>
          </a:stretch>
        </p:blipFill>
        <p:spPr>
          <a:xfrm>
            <a:off x="635" y="0"/>
            <a:ext cx="12192000" cy="6858000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29698" name="组合 4"/>
          <p:cNvGrpSpPr/>
          <p:nvPr/>
        </p:nvGrpSpPr>
        <p:grpSpPr>
          <a:xfrm>
            <a:off x="2434173" y="1840865"/>
            <a:ext cx="7693442" cy="3779927"/>
            <a:chOff x="3457574" y="1980015"/>
            <a:chExt cx="5143501" cy="2116840"/>
          </a:xfrm>
        </p:grpSpPr>
        <p:grpSp>
          <p:nvGrpSpPr>
            <p:cNvPr id="29699" name="组合 5"/>
            <p:cNvGrpSpPr/>
            <p:nvPr/>
          </p:nvGrpSpPr>
          <p:grpSpPr>
            <a:xfrm>
              <a:off x="3590925" y="1980069"/>
              <a:ext cx="5010150" cy="679906"/>
              <a:chOff x="4324350" y="2295525"/>
              <a:chExt cx="3733800" cy="679906"/>
            </a:xfrm>
          </p:grpSpPr>
          <p:cxnSp>
            <p:nvCxnSpPr>
              <p:cNvPr id="15" name="直接连接符 14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接连接符 15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连接符 16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连接符 17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704" name="组合 6"/>
            <p:cNvGrpSpPr/>
            <p:nvPr/>
          </p:nvGrpSpPr>
          <p:grpSpPr>
            <a:xfrm flipH="1" flipV="1">
              <a:off x="3457574" y="3370824"/>
              <a:ext cx="4951785" cy="726031"/>
              <a:chOff x="4324350" y="2295525"/>
              <a:chExt cx="3733800" cy="679906"/>
            </a:xfrm>
          </p:grpSpPr>
          <p:cxnSp>
            <p:nvCxnSpPr>
              <p:cNvPr id="11" name="直接连接符 10"/>
              <p:cNvCxnSpPr/>
              <p:nvPr/>
            </p:nvCxnSpPr>
            <p:spPr>
              <a:xfrm>
                <a:off x="4325257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直接连接符 11"/>
              <p:cNvCxnSpPr/>
              <p:nvPr/>
            </p:nvCxnSpPr>
            <p:spPr>
              <a:xfrm>
                <a:off x="4324350" y="2295525"/>
                <a:ext cx="3600450" cy="0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接连接符 12"/>
              <p:cNvCxnSpPr/>
              <p:nvPr/>
            </p:nvCxnSpPr>
            <p:spPr>
              <a:xfrm>
                <a:off x="7916182" y="2295525"/>
                <a:ext cx="0" cy="679904"/>
              </a:xfrm>
              <a:prstGeom prst="line">
                <a:avLst/>
              </a:prstGeom>
              <a:ln w="31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连接符 13"/>
              <p:cNvCxnSpPr/>
              <p:nvPr/>
            </p:nvCxnSpPr>
            <p:spPr>
              <a:xfrm flipV="1">
                <a:off x="7915275" y="2886075"/>
                <a:ext cx="142875" cy="89356"/>
              </a:xfrm>
              <a:prstGeom prst="line">
                <a:avLst/>
              </a:prstGeom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709" name="文本框 7"/>
            <p:cNvSpPr txBox="1"/>
            <p:nvPr/>
          </p:nvSpPr>
          <p:spPr>
            <a:xfrm>
              <a:off x="3753328" y="1980015"/>
              <a:ext cx="4495699" cy="203339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square" anchor="t">
              <a:spAutoFit/>
            </a:bodyPr>
            <a:p>
              <a:pPr algn="ctr" defTabSz="914400"/>
              <a:r>
                <a:rPr lang="en-US" altLang="zh-CN" sz="11500" i="1" dirty="0">
                  <a:solidFill>
                    <a:srgbClr val="404040"/>
                  </a:solidFill>
                  <a:ea typeface="Calibri" panose="020F0502020204030204" pitchFamily="34" charset="0"/>
                </a:rPr>
                <a:t>THANK YOU!</a:t>
              </a:r>
              <a:endParaRPr lang="en-US" altLang="zh-CN" sz="11500" i="1" dirty="0">
                <a:solidFill>
                  <a:srgbClr val="404040"/>
                </a:solidFill>
                <a:ea typeface="Calibri" panose="020F0502020204030204" pitchFamily="34" charset="0"/>
              </a:endParaRPr>
            </a:p>
          </p:txBody>
        </p:sp>
      </p:grpSp>
    </p:spTree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766</Words>
  <Application>WPS Presentation</Application>
  <PresentationFormat>宽屏</PresentationFormat>
  <Paragraphs>26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6" baseType="lpstr">
      <vt:lpstr>Arial</vt:lpstr>
      <vt:lpstr>SimSun</vt:lpstr>
      <vt:lpstr>Wingdings</vt:lpstr>
      <vt:lpstr>Calibri</vt:lpstr>
      <vt:lpstr>Helvetica Neue</vt:lpstr>
      <vt:lpstr>宋体-简</vt:lpstr>
      <vt:lpstr>Microsoft YaHei</vt:lpstr>
      <vt:lpstr>汉仪旗黑</vt:lpstr>
      <vt:lpstr>Arial Unicode MS</vt:lpstr>
      <vt:lpstr>Calibri Light</vt:lpstr>
      <vt:lpstr>SimSun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ZhuLong</dc:creator>
  <cp:lastModifiedBy>mclight</cp:lastModifiedBy>
  <cp:revision>33</cp:revision>
  <dcterms:created xsi:type="dcterms:W3CDTF">2025-11-04T08:05:54Z</dcterms:created>
  <dcterms:modified xsi:type="dcterms:W3CDTF">2025-11-04T08:05:54Z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1033-12.1.23143.23143</vt:lpwstr>
  </property>
  <property fmtid="{D5CDD505-2E9C-101B-9397-08002B2CF9AE}" pid="3" name="ICV">
    <vt:lpwstr>CA86A7F271A9AD85D3B10969DD46BBC6_43</vt:lpwstr>
  </property>
</Properties>
</file>