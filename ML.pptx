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2" r:id="rId3"/>
    <p:sldId id="304" r:id="rId4"/>
    <p:sldId id="267" r:id="rId5"/>
    <p:sldId id="262" r:id="rId6"/>
    <p:sldId id="258" r:id="rId7"/>
    <p:sldId id="260" r:id="rId8"/>
    <p:sldId id="261" r:id="rId9"/>
    <p:sldId id="287" r:id="rId10"/>
    <p:sldId id="278" r:id="rId11"/>
    <p:sldId id="280" r:id="rId12"/>
    <p:sldId id="298" r:id="rId13"/>
    <p:sldId id="283" r:id="rId14"/>
    <p:sldId id="299" r:id="rId15"/>
    <p:sldId id="284" r:id="rId16"/>
    <p:sldId id="300" r:id="rId17"/>
    <p:sldId id="285" r:id="rId18"/>
    <p:sldId id="301" r:id="rId19"/>
    <p:sldId id="286" r:id="rId20"/>
    <p:sldId id="297" r:id="rId21"/>
    <p:sldId id="264" r:id="rId22"/>
    <p:sldId id="265" r:id="rId23"/>
    <p:sldId id="263" r:id="rId24"/>
    <p:sldId id="270" r:id="rId25"/>
    <p:sldId id="266" r:id="rId26"/>
    <p:sldId id="290" r:id="rId27"/>
    <p:sldId id="268" r:id="rId28"/>
    <p:sldId id="271" r:id="rId29"/>
    <p:sldId id="272" r:id="rId30"/>
    <p:sldId id="273" r:id="rId31"/>
    <p:sldId id="274" r:id="rId32"/>
    <p:sldId id="275" r:id="rId33"/>
    <p:sldId id="276" r:id="rId34"/>
    <p:sldId id="277" r:id="rId35"/>
    <p:sldId id="28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5268"/>
    <a:srgbClr val="FBE5D6"/>
    <a:srgbClr val="82ABD8"/>
    <a:srgbClr val="2A6592"/>
    <a:srgbClr val="435269"/>
    <a:srgbClr val="B14300"/>
    <a:srgbClr val="AF5200"/>
    <a:srgbClr val="B09151"/>
    <a:srgbClr val="333F50"/>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04" autoAdjust="0"/>
    <p:restoredTop sz="94658"/>
  </p:normalViewPr>
  <p:slideViewPr>
    <p:cSldViewPr snapToGrid="0">
      <p:cViewPr varScale="1">
        <p:scale>
          <a:sx n="112" d="100"/>
          <a:sy n="112" d="100"/>
        </p:scale>
        <p:origin x="200"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_rels/data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4BD538-1DA5-4D6B-AEE8-1974E6E09AF9}"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3A5A1E75-A0FF-404B-B251-70B48A752035}">
      <dgm:prSet/>
      <dgm:spPr/>
      <dgm:t>
        <a:bodyPr/>
        <a:lstStyle/>
        <a:p>
          <a:r>
            <a:rPr lang="en-US" b="0" i="0"/>
            <a:t>Want to detect spam? </a:t>
          </a:r>
          <a:endParaRPr lang="en-US"/>
        </a:p>
      </dgm:t>
    </dgm:pt>
    <dgm:pt modelId="{08677617-DD04-4C9E-BA8B-E874B61AEAEB}" type="parTrans" cxnId="{6AC93BF9-3DB3-4A99-9F5F-E022448E86FD}">
      <dgm:prSet/>
      <dgm:spPr/>
      <dgm:t>
        <a:bodyPr/>
        <a:lstStyle/>
        <a:p>
          <a:endParaRPr lang="en-US"/>
        </a:p>
      </dgm:t>
    </dgm:pt>
    <dgm:pt modelId="{0B49FDE3-93EE-4D31-8B73-7E9B1AEAFFE0}" type="sibTrans" cxnId="{6AC93BF9-3DB3-4A99-9F5F-E022448E86FD}">
      <dgm:prSet/>
      <dgm:spPr/>
      <dgm:t>
        <a:bodyPr/>
        <a:lstStyle/>
        <a:p>
          <a:endParaRPr lang="en-US"/>
        </a:p>
      </dgm:t>
    </dgm:pt>
    <dgm:pt modelId="{A9D3E653-18B7-4C75-90BE-AE532A2E279E}">
      <dgm:prSet/>
      <dgm:spPr/>
      <dgm:t>
        <a:bodyPr/>
        <a:lstStyle/>
        <a:p>
          <a:r>
            <a:rPr lang="en-US" b="0" i="0"/>
            <a:t>Want to forecast stocks?</a:t>
          </a:r>
          <a:endParaRPr lang="en-US"/>
        </a:p>
      </dgm:t>
    </dgm:pt>
    <dgm:pt modelId="{7B18F1AD-6191-4917-802E-445213C1226E}" type="parTrans" cxnId="{9D0CFB1F-B254-4DB8-9147-FE8BE446CE3C}">
      <dgm:prSet/>
      <dgm:spPr/>
      <dgm:t>
        <a:bodyPr/>
        <a:lstStyle/>
        <a:p>
          <a:endParaRPr lang="en-US"/>
        </a:p>
      </dgm:t>
    </dgm:pt>
    <dgm:pt modelId="{824FBB55-0F83-4690-B0A2-4ABA9DE66DEB}" type="sibTrans" cxnId="{9D0CFB1F-B254-4DB8-9147-FE8BE446CE3C}">
      <dgm:prSet/>
      <dgm:spPr/>
      <dgm:t>
        <a:bodyPr/>
        <a:lstStyle/>
        <a:p>
          <a:endParaRPr lang="en-US"/>
        </a:p>
      </dgm:t>
    </dgm:pt>
    <dgm:pt modelId="{7E185612-B811-49C2-B122-9FAA4E80560B}">
      <dgm:prSet/>
      <dgm:spPr/>
      <dgm:t>
        <a:bodyPr/>
        <a:lstStyle/>
        <a:p>
          <a:r>
            <a:rPr lang="en-US" b="0" i="0"/>
            <a:t>Want to find out user preferences? </a:t>
          </a:r>
          <a:endParaRPr lang="en-US"/>
        </a:p>
      </dgm:t>
    </dgm:pt>
    <dgm:pt modelId="{F7341055-4ECF-41CE-8A5B-40977D15FBFC}" type="parTrans" cxnId="{4D581653-EC2B-49C4-A505-1C061E6BAE39}">
      <dgm:prSet/>
      <dgm:spPr/>
      <dgm:t>
        <a:bodyPr/>
        <a:lstStyle/>
        <a:p>
          <a:endParaRPr lang="en-US"/>
        </a:p>
      </dgm:t>
    </dgm:pt>
    <dgm:pt modelId="{82C92847-EAC9-46D2-A7D8-E5927FE1A85C}" type="sibTrans" cxnId="{4D581653-EC2B-49C4-A505-1C061E6BAE39}">
      <dgm:prSet/>
      <dgm:spPr/>
      <dgm:t>
        <a:bodyPr/>
        <a:lstStyle/>
        <a:p>
          <a:endParaRPr lang="en-US"/>
        </a:p>
      </dgm:t>
    </dgm:pt>
    <dgm:pt modelId="{DC037FD3-7CE8-420D-95E2-9BE0E107D101}">
      <dgm:prSet/>
      <dgm:spPr/>
      <dgm:t>
        <a:bodyPr/>
        <a:lstStyle/>
        <a:p>
          <a:r>
            <a:rPr lang="en-US"/>
            <a:t>Want your computer to recognize you in group photos?</a:t>
          </a:r>
        </a:p>
      </dgm:t>
    </dgm:pt>
    <dgm:pt modelId="{454FF0DF-0CD6-4938-B2D4-156FDBDD9F4A}" type="parTrans" cxnId="{990DD7FD-6DC3-4368-B4F2-40EFB304DD76}">
      <dgm:prSet/>
      <dgm:spPr/>
      <dgm:t>
        <a:bodyPr/>
        <a:lstStyle/>
        <a:p>
          <a:endParaRPr lang="en-US"/>
        </a:p>
      </dgm:t>
    </dgm:pt>
    <dgm:pt modelId="{DFDFC2BF-BB0A-4BBB-BF10-3A3BCFE5EC2C}" type="sibTrans" cxnId="{990DD7FD-6DC3-4368-B4F2-40EFB304DD76}">
      <dgm:prSet/>
      <dgm:spPr/>
      <dgm:t>
        <a:bodyPr/>
        <a:lstStyle/>
        <a:p>
          <a:endParaRPr lang="en-US"/>
        </a:p>
      </dgm:t>
    </dgm:pt>
    <dgm:pt modelId="{A04ED005-79F5-4283-9B15-81D58C4C6317}">
      <dgm:prSet/>
      <dgm:spPr/>
      <dgm:t>
        <a:bodyPr/>
        <a:lstStyle/>
        <a:p>
          <a:r>
            <a:rPr lang="en-US"/>
            <a:t>All the answers can be obtained by using the power of ML.</a:t>
          </a:r>
        </a:p>
      </dgm:t>
    </dgm:pt>
    <dgm:pt modelId="{EEDA9ECA-36ED-4CEF-BA15-BAA7524794ED}" type="parTrans" cxnId="{48930D1B-5822-402D-9C16-AA7196165E2B}">
      <dgm:prSet/>
      <dgm:spPr/>
      <dgm:t>
        <a:bodyPr/>
        <a:lstStyle/>
        <a:p>
          <a:endParaRPr lang="en-US"/>
        </a:p>
      </dgm:t>
    </dgm:pt>
    <dgm:pt modelId="{8978676C-6542-4F73-8125-3CB6EDA30514}" type="sibTrans" cxnId="{48930D1B-5822-402D-9C16-AA7196165E2B}">
      <dgm:prSet/>
      <dgm:spPr/>
      <dgm:t>
        <a:bodyPr/>
        <a:lstStyle/>
        <a:p>
          <a:endParaRPr lang="en-US"/>
        </a:p>
      </dgm:t>
    </dgm:pt>
    <dgm:pt modelId="{834086AD-9768-9943-A40A-D18FBE80339F}" type="pres">
      <dgm:prSet presAssocID="{1B4BD538-1DA5-4D6B-AEE8-1974E6E09AF9}" presName="outerComposite" presStyleCnt="0">
        <dgm:presLayoutVars>
          <dgm:chMax val="5"/>
          <dgm:dir/>
          <dgm:resizeHandles val="exact"/>
        </dgm:presLayoutVars>
      </dgm:prSet>
      <dgm:spPr/>
    </dgm:pt>
    <dgm:pt modelId="{95E48E1B-5A58-034B-BECB-747C10876A03}" type="pres">
      <dgm:prSet presAssocID="{1B4BD538-1DA5-4D6B-AEE8-1974E6E09AF9}" presName="dummyMaxCanvas" presStyleCnt="0">
        <dgm:presLayoutVars/>
      </dgm:prSet>
      <dgm:spPr/>
    </dgm:pt>
    <dgm:pt modelId="{FFE985EB-76CB-AE43-A3C1-B8772FB2CB3D}" type="pres">
      <dgm:prSet presAssocID="{1B4BD538-1DA5-4D6B-AEE8-1974E6E09AF9}" presName="FiveNodes_1" presStyleLbl="node1" presStyleIdx="0" presStyleCnt="5">
        <dgm:presLayoutVars>
          <dgm:bulletEnabled val="1"/>
        </dgm:presLayoutVars>
      </dgm:prSet>
      <dgm:spPr/>
    </dgm:pt>
    <dgm:pt modelId="{9DFB12A8-CA37-6E47-B273-FB3C1751F289}" type="pres">
      <dgm:prSet presAssocID="{1B4BD538-1DA5-4D6B-AEE8-1974E6E09AF9}" presName="FiveNodes_2" presStyleLbl="node1" presStyleIdx="1" presStyleCnt="5">
        <dgm:presLayoutVars>
          <dgm:bulletEnabled val="1"/>
        </dgm:presLayoutVars>
      </dgm:prSet>
      <dgm:spPr/>
    </dgm:pt>
    <dgm:pt modelId="{0D88E6C9-3EBC-C54F-ACD0-33C1BED48596}" type="pres">
      <dgm:prSet presAssocID="{1B4BD538-1DA5-4D6B-AEE8-1974E6E09AF9}" presName="FiveNodes_3" presStyleLbl="node1" presStyleIdx="2" presStyleCnt="5">
        <dgm:presLayoutVars>
          <dgm:bulletEnabled val="1"/>
        </dgm:presLayoutVars>
      </dgm:prSet>
      <dgm:spPr/>
    </dgm:pt>
    <dgm:pt modelId="{DD350C90-9553-0B42-AD34-39CF7B036605}" type="pres">
      <dgm:prSet presAssocID="{1B4BD538-1DA5-4D6B-AEE8-1974E6E09AF9}" presName="FiveNodes_4" presStyleLbl="node1" presStyleIdx="3" presStyleCnt="5">
        <dgm:presLayoutVars>
          <dgm:bulletEnabled val="1"/>
        </dgm:presLayoutVars>
      </dgm:prSet>
      <dgm:spPr/>
    </dgm:pt>
    <dgm:pt modelId="{95242D23-580D-D545-971C-8923A39F0F13}" type="pres">
      <dgm:prSet presAssocID="{1B4BD538-1DA5-4D6B-AEE8-1974E6E09AF9}" presName="FiveNodes_5" presStyleLbl="node1" presStyleIdx="4" presStyleCnt="5">
        <dgm:presLayoutVars>
          <dgm:bulletEnabled val="1"/>
        </dgm:presLayoutVars>
      </dgm:prSet>
      <dgm:spPr/>
    </dgm:pt>
    <dgm:pt modelId="{D3EFA201-7E85-AD45-82EC-77E8F8AC481B}" type="pres">
      <dgm:prSet presAssocID="{1B4BD538-1DA5-4D6B-AEE8-1974E6E09AF9}" presName="FiveConn_1-2" presStyleLbl="fgAccFollowNode1" presStyleIdx="0" presStyleCnt="4">
        <dgm:presLayoutVars>
          <dgm:bulletEnabled val="1"/>
        </dgm:presLayoutVars>
      </dgm:prSet>
      <dgm:spPr/>
    </dgm:pt>
    <dgm:pt modelId="{B6555A92-F7CA-3F45-BD31-282B97AA7434}" type="pres">
      <dgm:prSet presAssocID="{1B4BD538-1DA5-4D6B-AEE8-1974E6E09AF9}" presName="FiveConn_2-3" presStyleLbl="fgAccFollowNode1" presStyleIdx="1" presStyleCnt="4">
        <dgm:presLayoutVars>
          <dgm:bulletEnabled val="1"/>
        </dgm:presLayoutVars>
      </dgm:prSet>
      <dgm:spPr/>
    </dgm:pt>
    <dgm:pt modelId="{CD457946-7D12-BF43-81FF-7103DD3131A2}" type="pres">
      <dgm:prSet presAssocID="{1B4BD538-1DA5-4D6B-AEE8-1974E6E09AF9}" presName="FiveConn_3-4" presStyleLbl="fgAccFollowNode1" presStyleIdx="2" presStyleCnt="4">
        <dgm:presLayoutVars>
          <dgm:bulletEnabled val="1"/>
        </dgm:presLayoutVars>
      </dgm:prSet>
      <dgm:spPr/>
    </dgm:pt>
    <dgm:pt modelId="{C12952A6-FD8A-CC47-A329-5CDFA0252820}" type="pres">
      <dgm:prSet presAssocID="{1B4BD538-1DA5-4D6B-AEE8-1974E6E09AF9}" presName="FiveConn_4-5" presStyleLbl="fgAccFollowNode1" presStyleIdx="3" presStyleCnt="4">
        <dgm:presLayoutVars>
          <dgm:bulletEnabled val="1"/>
        </dgm:presLayoutVars>
      </dgm:prSet>
      <dgm:spPr/>
    </dgm:pt>
    <dgm:pt modelId="{407962F4-359C-E64D-9F15-15D34B2A1E41}" type="pres">
      <dgm:prSet presAssocID="{1B4BD538-1DA5-4D6B-AEE8-1974E6E09AF9}" presName="FiveNodes_1_text" presStyleLbl="node1" presStyleIdx="4" presStyleCnt="5">
        <dgm:presLayoutVars>
          <dgm:bulletEnabled val="1"/>
        </dgm:presLayoutVars>
      </dgm:prSet>
      <dgm:spPr/>
    </dgm:pt>
    <dgm:pt modelId="{E980B4F7-2AE1-0F4B-9C72-B83627A3CC02}" type="pres">
      <dgm:prSet presAssocID="{1B4BD538-1DA5-4D6B-AEE8-1974E6E09AF9}" presName="FiveNodes_2_text" presStyleLbl="node1" presStyleIdx="4" presStyleCnt="5">
        <dgm:presLayoutVars>
          <dgm:bulletEnabled val="1"/>
        </dgm:presLayoutVars>
      </dgm:prSet>
      <dgm:spPr/>
    </dgm:pt>
    <dgm:pt modelId="{C31766B6-89A6-B142-8817-3E9971E7FFA1}" type="pres">
      <dgm:prSet presAssocID="{1B4BD538-1DA5-4D6B-AEE8-1974E6E09AF9}" presName="FiveNodes_3_text" presStyleLbl="node1" presStyleIdx="4" presStyleCnt="5">
        <dgm:presLayoutVars>
          <dgm:bulletEnabled val="1"/>
        </dgm:presLayoutVars>
      </dgm:prSet>
      <dgm:spPr/>
    </dgm:pt>
    <dgm:pt modelId="{90B45D33-C5F7-3C44-92E1-0BF54FB2085A}" type="pres">
      <dgm:prSet presAssocID="{1B4BD538-1DA5-4D6B-AEE8-1974E6E09AF9}" presName="FiveNodes_4_text" presStyleLbl="node1" presStyleIdx="4" presStyleCnt="5">
        <dgm:presLayoutVars>
          <dgm:bulletEnabled val="1"/>
        </dgm:presLayoutVars>
      </dgm:prSet>
      <dgm:spPr/>
    </dgm:pt>
    <dgm:pt modelId="{CF82D505-F86C-D14E-B492-7529811A863F}" type="pres">
      <dgm:prSet presAssocID="{1B4BD538-1DA5-4D6B-AEE8-1974E6E09AF9}" presName="FiveNodes_5_text" presStyleLbl="node1" presStyleIdx="4" presStyleCnt="5">
        <dgm:presLayoutVars>
          <dgm:bulletEnabled val="1"/>
        </dgm:presLayoutVars>
      </dgm:prSet>
      <dgm:spPr/>
    </dgm:pt>
  </dgm:ptLst>
  <dgm:cxnLst>
    <dgm:cxn modelId="{2CAADF0D-E6E1-0B46-9318-B3F5C7FA876C}" type="presOf" srcId="{824FBB55-0F83-4690-B0A2-4ABA9DE66DEB}" destId="{B6555A92-F7CA-3F45-BD31-282B97AA7434}" srcOrd="0" destOrd="0" presId="urn:microsoft.com/office/officeart/2005/8/layout/vProcess5"/>
    <dgm:cxn modelId="{369C600E-F447-CB4F-ADAE-4402BC06ABD3}" type="presOf" srcId="{DC037FD3-7CE8-420D-95E2-9BE0E107D101}" destId="{90B45D33-C5F7-3C44-92E1-0BF54FB2085A}" srcOrd="1" destOrd="0" presId="urn:microsoft.com/office/officeart/2005/8/layout/vProcess5"/>
    <dgm:cxn modelId="{D3B1260F-C6E7-0744-93DF-75A64CE5A251}" type="presOf" srcId="{DC037FD3-7CE8-420D-95E2-9BE0E107D101}" destId="{DD350C90-9553-0B42-AD34-39CF7B036605}" srcOrd="0" destOrd="0" presId="urn:microsoft.com/office/officeart/2005/8/layout/vProcess5"/>
    <dgm:cxn modelId="{48930D1B-5822-402D-9C16-AA7196165E2B}" srcId="{1B4BD538-1DA5-4D6B-AEE8-1974E6E09AF9}" destId="{A04ED005-79F5-4283-9B15-81D58C4C6317}" srcOrd="4" destOrd="0" parTransId="{EEDA9ECA-36ED-4CEF-BA15-BAA7524794ED}" sibTransId="{8978676C-6542-4F73-8125-3CB6EDA30514}"/>
    <dgm:cxn modelId="{1448E91E-DDD5-584E-B0F3-C5F3F1164DF0}" type="presOf" srcId="{A9D3E653-18B7-4C75-90BE-AE532A2E279E}" destId="{E980B4F7-2AE1-0F4B-9C72-B83627A3CC02}" srcOrd="1" destOrd="0" presId="urn:microsoft.com/office/officeart/2005/8/layout/vProcess5"/>
    <dgm:cxn modelId="{9D0CFB1F-B254-4DB8-9147-FE8BE446CE3C}" srcId="{1B4BD538-1DA5-4D6B-AEE8-1974E6E09AF9}" destId="{A9D3E653-18B7-4C75-90BE-AE532A2E279E}" srcOrd="1" destOrd="0" parTransId="{7B18F1AD-6191-4917-802E-445213C1226E}" sibTransId="{824FBB55-0F83-4690-B0A2-4ABA9DE66DEB}"/>
    <dgm:cxn modelId="{A408CF23-580C-0A4E-BF7A-D730812BBFD8}" type="presOf" srcId="{3A5A1E75-A0FF-404B-B251-70B48A752035}" destId="{407962F4-359C-E64D-9F15-15D34B2A1E41}" srcOrd="1" destOrd="0" presId="urn:microsoft.com/office/officeart/2005/8/layout/vProcess5"/>
    <dgm:cxn modelId="{261E7B2D-74B6-684D-9F68-92779512C433}" type="presOf" srcId="{0B49FDE3-93EE-4D31-8B73-7E9B1AEAFFE0}" destId="{D3EFA201-7E85-AD45-82EC-77E8F8AC481B}" srcOrd="0" destOrd="0" presId="urn:microsoft.com/office/officeart/2005/8/layout/vProcess5"/>
    <dgm:cxn modelId="{A5F7B333-AF0A-814A-87F2-C023AF4BACC8}" type="presOf" srcId="{3A5A1E75-A0FF-404B-B251-70B48A752035}" destId="{FFE985EB-76CB-AE43-A3C1-B8772FB2CB3D}" srcOrd="0" destOrd="0" presId="urn:microsoft.com/office/officeart/2005/8/layout/vProcess5"/>
    <dgm:cxn modelId="{ADD74B3D-8B7F-DA4A-9174-B40CF6777A00}" type="presOf" srcId="{7E185612-B811-49C2-B122-9FAA4E80560B}" destId="{C31766B6-89A6-B142-8817-3E9971E7FFA1}" srcOrd="1" destOrd="0" presId="urn:microsoft.com/office/officeart/2005/8/layout/vProcess5"/>
    <dgm:cxn modelId="{18838B42-E1AD-3141-B5C8-0C81F90EF48D}" type="presOf" srcId="{A04ED005-79F5-4283-9B15-81D58C4C6317}" destId="{CF82D505-F86C-D14E-B492-7529811A863F}" srcOrd="1" destOrd="0" presId="urn:microsoft.com/office/officeart/2005/8/layout/vProcess5"/>
    <dgm:cxn modelId="{BA5FD643-15D8-3E41-AE49-F79AC4911E15}" type="presOf" srcId="{7E185612-B811-49C2-B122-9FAA4E80560B}" destId="{0D88E6C9-3EBC-C54F-ACD0-33C1BED48596}" srcOrd="0" destOrd="0" presId="urn:microsoft.com/office/officeart/2005/8/layout/vProcess5"/>
    <dgm:cxn modelId="{4D581653-EC2B-49C4-A505-1C061E6BAE39}" srcId="{1B4BD538-1DA5-4D6B-AEE8-1974E6E09AF9}" destId="{7E185612-B811-49C2-B122-9FAA4E80560B}" srcOrd="2" destOrd="0" parTransId="{F7341055-4ECF-41CE-8A5B-40977D15FBFC}" sibTransId="{82C92847-EAC9-46D2-A7D8-E5927FE1A85C}"/>
    <dgm:cxn modelId="{3B81A561-CEAA-6342-85F2-99606A4BAC22}" type="presOf" srcId="{82C92847-EAC9-46D2-A7D8-E5927FE1A85C}" destId="{CD457946-7D12-BF43-81FF-7103DD3131A2}" srcOrd="0" destOrd="0" presId="urn:microsoft.com/office/officeart/2005/8/layout/vProcess5"/>
    <dgm:cxn modelId="{4D51049E-437B-FA4E-A698-5495B069DB63}" type="presOf" srcId="{A9D3E653-18B7-4C75-90BE-AE532A2E279E}" destId="{9DFB12A8-CA37-6E47-B273-FB3C1751F289}" srcOrd="0" destOrd="0" presId="urn:microsoft.com/office/officeart/2005/8/layout/vProcess5"/>
    <dgm:cxn modelId="{C16D819E-881B-9D48-8FBF-559021DC91B7}" type="presOf" srcId="{1B4BD538-1DA5-4D6B-AEE8-1974E6E09AF9}" destId="{834086AD-9768-9943-A40A-D18FBE80339F}" srcOrd="0" destOrd="0" presId="urn:microsoft.com/office/officeart/2005/8/layout/vProcess5"/>
    <dgm:cxn modelId="{C1A384BE-A988-9741-A24E-0FC5C2F10572}" type="presOf" srcId="{A04ED005-79F5-4283-9B15-81D58C4C6317}" destId="{95242D23-580D-D545-971C-8923A39F0F13}" srcOrd="0" destOrd="0" presId="urn:microsoft.com/office/officeart/2005/8/layout/vProcess5"/>
    <dgm:cxn modelId="{6AC93BF9-3DB3-4A99-9F5F-E022448E86FD}" srcId="{1B4BD538-1DA5-4D6B-AEE8-1974E6E09AF9}" destId="{3A5A1E75-A0FF-404B-B251-70B48A752035}" srcOrd="0" destOrd="0" parTransId="{08677617-DD04-4C9E-BA8B-E874B61AEAEB}" sibTransId="{0B49FDE3-93EE-4D31-8B73-7E9B1AEAFFE0}"/>
    <dgm:cxn modelId="{990DD7FD-6DC3-4368-B4F2-40EFB304DD76}" srcId="{1B4BD538-1DA5-4D6B-AEE8-1974E6E09AF9}" destId="{DC037FD3-7CE8-420D-95E2-9BE0E107D101}" srcOrd="3" destOrd="0" parTransId="{454FF0DF-0CD6-4938-B2D4-156FDBDD9F4A}" sibTransId="{DFDFC2BF-BB0A-4BBB-BF10-3A3BCFE5EC2C}"/>
    <dgm:cxn modelId="{2513ECFD-8089-1049-B882-8F503BD78ACF}" type="presOf" srcId="{DFDFC2BF-BB0A-4BBB-BF10-3A3BCFE5EC2C}" destId="{C12952A6-FD8A-CC47-A329-5CDFA0252820}" srcOrd="0" destOrd="0" presId="urn:microsoft.com/office/officeart/2005/8/layout/vProcess5"/>
    <dgm:cxn modelId="{6C5CB0C0-9D5D-DB4B-87FA-8141304FEDAD}" type="presParOf" srcId="{834086AD-9768-9943-A40A-D18FBE80339F}" destId="{95E48E1B-5A58-034B-BECB-747C10876A03}" srcOrd="0" destOrd="0" presId="urn:microsoft.com/office/officeart/2005/8/layout/vProcess5"/>
    <dgm:cxn modelId="{36B0C7EF-DAA2-4F40-BE4C-FAFE31919BFA}" type="presParOf" srcId="{834086AD-9768-9943-A40A-D18FBE80339F}" destId="{FFE985EB-76CB-AE43-A3C1-B8772FB2CB3D}" srcOrd="1" destOrd="0" presId="urn:microsoft.com/office/officeart/2005/8/layout/vProcess5"/>
    <dgm:cxn modelId="{36EBCF83-7DDC-0C4D-8E90-E61801743D7D}" type="presParOf" srcId="{834086AD-9768-9943-A40A-D18FBE80339F}" destId="{9DFB12A8-CA37-6E47-B273-FB3C1751F289}" srcOrd="2" destOrd="0" presId="urn:microsoft.com/office/officeart/2005/8/layout/vProcess5"/>
    <dgm:cxn modelId="{2BC7CE01-920F-9B4D-9029-161AA0B66E7C}" type="presParOf" srcId="{834086AD-9768-9943-A40A-D18FBE80339F}" destId="{0D88E6C9-3EBC-C54F-ACD0-33C1BED48596}" srcOrd="3" destOrd="0" presId="urn:microsoft.com/office/officeart/2005/8/layout/vProcess5"/>
    <dgm:cxn modelId="{20665D4E-D5CF-3F49-91B8-784F8BA753A0}" type="presParOf" srcId="{834086AD-9768-9943-A40A-D18FBE80339F}" destId="{DD350C90-9553-0B42-AD34-39CF7B036605}" srcOrd="4" destOrd="0" presId="urn:microsoft.com/office/officeart/2005/8/layout/vProcess5"/>
    <dgm:cxn modelId="{46AF5422-7535-9D4F-9663-D6E92DF52060}" type="presParOf" srcId="{834086AD-9768-9943-A40A-D18FBE80339F}" destId="{95242D23-580D-D545-971C-8923A39F0F13}" srcOrd="5" destOrd="0" presId="urn:microsoft.com/office/officeart/2005/8/layout/vProcess5"/>
    <dgm:cxn modelId="{C9E41DFB-6D1B-9E43-9EA5-5C732F167B3B}" type="presParOf" srcId="{834086AD-9768-9943-A40A-D18FBE80339F}" destId="{D3EFA201-7E85-AD45-82EC-77E8F8AC481B}" srcOrd="6" destOrd="0" presId="urn:microsoft.com/office/officeart/2005/8/layout/vProcess5"/>
    <dgm:cxn modelId="{DAA7BE22-59ED-594D-8A15-D32911B0E1AE}" type="presParOf" srcId="{834086AD-9768-9943-A40A-D18FBE80339F}" destId="{B6555A92-F7CA-3F45-BD31-282B97AA7434}" srcOrd="7" destOrd="0" presId="urn:microsoft.com/office/officeart/2005/8/layout/vProcess5"/>
    <dgm:cxn modelId="{6753A279-2249-B549-8201-1FDBFDCB3A33}" type="presParOf" srcId="{834086AD-9768-9943-A40A-D18FBE80339F}" destId="{CD457946-7D12-BF43-81FF-7103DD3131A2}" srcOrd="8" destOrd="0" presId="urn:microsoft.com/office/officeart/2005/8/layout/vProcess5"/>
    <dgm:cxn modelId="{2642A4AF-B8EF-1E47-B5C9-8ACF1C3E5073}" type="presParOf" srcId="{834086AD-9768-9943-A40A-D18FBE80339F}" destId="{C12952A6-FD8A-CC47-A329-5CDFA0252820}" srcOrd="9" destOrd="0" presId="urn:microsoft.com/office/officeart/2005/8/layout/vProcess5"/>
    <dgm:cxn modelId="{1F2D6671-C5E8-2142-810E-4AE5C8CDA843}" type="presParOf" srcId="{834086AD-9768-9943-A40A-D18FBE80339F}" destId="{407962F4-359C-E64D-9F15-15D34B2A1E41}" srcOrd="10" destOrd="0" presId="urn:microsoft.com/office/officeart/2005/8/layout/vProcess5"/>
    <dgm:cxn modelId="{58FBED59-1020-FD47-B3EC-5893CEEDF35E}" type="presParOf" srcId="{834086AD-9768-9943-A40A-D18FBE80339F}" destId="{E980B4F7-2AE1-0F4B-9C72-B83627A3CC02}" srcOrd="11" destOrd="0" presId="urn:microsoft.com/office/officeart/2005/8/layout/vProcess5"/>
    <dgm:cxn modelId="{F71945BB-778C-0C48-92E8-C10BF8B37948}" type="presParOf" srcId="{834086AD-9768-9943-A40A-D18FBE80339F}" destId="{C31766B6-89A6-B142-8817-3E9971E7FFA1}" srcOrd="12" destOrd="0" presId="urn:microsoft.com/office/officeart/2005/8/layout/vProcess5"/>
    <dgm:cxn modelId="{4262D3A8-27CF-F64D-85BB-82E796C0DA46}" type="presParOf" srcId="{834086AD-9768-9943-A40A-D18FBE80339F}" destId="{90B45D33-C5F7-3C44-92E1-0BF54FB2085A}" srcOrd="13" destOrd="0" presId="urn:microsoft.com/office/officeart/2005/8/layout/vProcess5"/>
    <dgm:cxn modelId="{790CE0E7-90AC-DD49-888E-437D7FD9E8D3}" type="presParOf" srcId="{834086AD-9768-9943-A40A-D18FBE80339F}" destId="{CF82D505-F86C-D14E-B492-7529811A863F}"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BE78DE-8431-48C6-9F94-172B26C49C23}" type="doc">
      <dgm:prSet loTypeId="urn:microsoft.com/office/officeart/2005/8/layout/matrix1" loCatId="matrix" qsTypeId="urn:microsoft.com/office/officeart/2005/8/quickstyle/simple5" qsCatId="simple" csTypeId="urn:microsoft.com/office/officeart/2005/8/colors/colorful1" csCatId="colorful" phldr="1"/>
      <dgm:spPr/>
      <dgm:t>
        <a:bodyPr/>
        <a:lstStyle/>
        <a:p>
          <a:endParaRPr lang="en-IN"/>
        </a:p>
      </dgm:t>
    </dgm:pt>
    <dgm:pt modelId="{A8F89531-935C-4A92-90AD-814D9D7FE119}">
      <dgm:prSet phldrT="[Text]"/>
      <dgm:spPr/>
      <dgm:t>
        <a:bodyPr/>
        <a:lstStyle/>
        <a:p>
          <a:r>
            <a:rPr lang="en-IN">
              <a:latin typeface="Comic Sans MS" panose="030F0702030302020204" pitchFamily="66" charset="0"/>
            </a:rPr>
            <a:t>Types of Machine Learning</a:t>
          </a:r>
        </a:p>
      </dgm:t>
    </dgm:pt>
    <dgm:pt modelId="{6AC65786-EAD7-4D3E-9202-36560496378D}" type="parTrans" cxnId="{CBF852D6-BFAA-415D-833D-D1F2B8B305B7}">
      <dgm:prSet/>
      <dgm:spPr/>
      <dgm:t>
        <a:bodyPr/>
        <a:lstStyle/>
        <a:p>
          <a:endParaRPr lang="en-IN"/>
        </a:p>
      </dgm:t>
    </dgm:pt>
    <dgm:pt modelId="{6F5F93BD-66B7-452E-9B3E-FBC7F911AAEB}" type="sibTrans" cxnId="{CBF852D6-BFAA-415D-833D-D1F2B8B305B7}">
      <dgm:prSet/>
      <dgm:spPr/>
      <dgm:t>
        <a:bodyPr/>
        <a:lstStyle/>
        <a:p>
          <a:endParaRPr lang="en-IN"/>
        </a:p>
      </dgm:t>
    </dgm:pt>
    <dgm:pt modelId="{813EDFD6-1E70-49D0-B0D6-84E4D32F3BD8}">
      <dgm:prSet phldrT="[Text]"/>
      <dgm:spPr/>
      <dgm:t>
        <a:bodyPr/>
        <a:lstStyle/>
        <a:p>
          <a:r>
            <a:rPr lang="en-IN">
              <a:latin typeface="Comic Sans MS" panose="030F0702030302020204" pitchFamily="66" charset="0"/>
            </a:rPr>
            <a:t>Supervised</a:t>
          </a:r>
        </a:p>
      </dgm:t>
    </dgm:pt>
    <dgm:pt modelId="{19E17205-B553-4636-84F3-CA250FFC7273}" type="parTrans" cxnId="{F7DC6FA2-C365-498E-8F49-EF7AFDDC4CD6}">
      <dgm:prSet/>
      <dgm:spPr/>
      <dgm:t>
        <a:bodyPr/>
        <a:lstStyle/>
        <a:p>
          <a:endParaRPr lang="en-IN"/>
        </a:p>
      </dgm:t>
    </dgm:pt>
    <dgm:pt modelId="{8B3D02FC-E061-4E9D-80AD-2C40947B86E8}" type="sibTrans" cxnId="{F7DC6FA2-C365-498E-8F49-EF7AFDDC4CD6}">
      <dgm:prSet/>
      <dgm:spPr/>
      <dgm:t>
        <a:bodyPr/>
        <a:lstStyle/>
        <a:p>
          <a:endParaRPr lang="en-IN"/>
        </a:p>
      </dgm:t>
    </dgm:pt>
    <dgm:pt modelId="{FD08FD6D-86DC-45F7-B7B7-B9B231BEA81B}">
      <dgm:prSet phldrT="[Text]"/>
      <dgm:spPr/>
      <dgm:t>
        <a:bodyPr/>
        <a:lstStyle/>
        <a:p>
          <a:r>
            <a:rPr lang="en-IN">
              <a:latin typeface="Comic Sans MS" panose="030F0702030302020204" pitchFamily="66" charset="0"/>
            </a:rPr>
            <a:t>Unsupervised</a:t>
          </a:r>
        </a:p>
      </dgm:t>
    </dgm:pt>
    <dgm:pt modelId="{1C6C1B18-502D-4F75-8711-5E094BDC6870}" type="parTrans" cxnId="{B7D57CD8-C611-43FC-8ECF-22EE75268C66}">
      <dgm:prSet/>
      <dgm:spPr/>
      <dgm:t>
        <a:bodyPr/>
        <a:lstStyle/>
        <a:p>
          <a:endParaRPr lang="en-IN"/>
        </a:p>
      </dgm:t>
    </dgm:pt>
    <dgm:pt modelId="{42F36464-ECF7-4B63-9B51-7194EFB2A305}" type="sibTrans" cxnId="{B7D57CD8-C611-43FC-8ECF-22EE75268C66}">
      <dgm:prSet/>
      <dgm:spPr/>
      <dgm:t>
        <a:bodyPr/>
        <a:lstStyle/>
        <a:p>
          <a:endParaRPr lang="en-IN"/>
        </a:p>
      </dgm:t>
    </dgm:pt>
    <dgm:pt modelId="{AEC8B70E-4CC3-413F-8DF3-01C8A7CC577A}">
      <dgm:prSet phldrT="[Text]"/>
      <dgm:spPr/>
      <dgm:t>
        <a:bodyPr/>
        <a:lstStyle/>
        <a:p>
          <a:r>
            <a:rPr lang="en-IN">
              <a:latin typeface="Comic Sans MS" panose="030F0702030302020204" pitchFamily="66" charset="0"/>
            </a:rPr>
            <a:t>Semi-supervised</a:t>
          </a:r>
        </a:p>
      </dgm:t>
    </dgm:pt>
    <dgm:pt modelId="{D48A9FEB-17CC-4E14-B702-77CE82CE10EF}" type="parTrans" cxnId="{AF0F2301-117B-4CCC-9E01-56EAB8CBF896}">
      <dgm:prSet/>
      <dgm:spPr/>
      <dgm:t>
        <a:bodyPr/>
        <a:lstStyle/>
        <a:p>
          <a:endParaRPr lang="en-IN"/>
        </a:p>
      </dgm:t>
    </dgm:pt>
    <dgm:pt modelId="{DC21F627-3A59-4C27-B3C1-5F106BCA9BAE}" type="sibTrans" cxnId="{AF0F2301-117B-4CCC-9E01-56EAB8CBF896}">
      <dgm:prSet/>
      <dgm:spPr/>
      <dgm:t>
        <a:bodyPr/>
        <a:lstStyle/>
        <a:p>
          <a:endParaRPr lang="en-IN"/>
        </a:p>
      </dgm:t>
    </dgm:pt>
    <dgm:pt modelId="{82E33FE9-D8E3-42FD-9B59-AAC5F29F06EB}">
      <dgm:prSet phldrT="[Text]"/>
      <dgm:spPr/>
      <dgm:t>
        <a:bodyPr/>
        <a:lstStyle/>
        <a:p>
          <a:r>
            <a:rPr lang="en-IN">
              <a:latin typeface="Comic Sans MS" panose="030F0702030302020204" pitchFamily="66" charset="0"/>
            </a:rPr>
            <a:t>Reinforcement</a:t>
          </a:r>
        </a:p>
      </dgm:t>
    </dgm:pt>
    <dgm:pt modelId="{D664920E-64BC-4F72-8675-0C5F484C6FBC}" type="parTrans" cxnId="{9B56AEBD-335E-4FD4-8BCD-81E9B7C4879F}">
      <dgm:prSet/>
      <dgm:spPr/>
      <dgm:t>
        <a:bodyPr/>
        <a:lstStyle/>
        <a:p>
          <a:endParaRPr lang="en-IN"/>
        </a:p>
      </dgm:t>
    </dgm:pt>
    <dgm:pt modelId="{5633E9F0-F940-40E3-9409-46CB351ABB54}" type="sibTrans" cxnId="{9B56AEBD-335E-4FD4-8BCD-81E9B7C4879F}">
      <dgm:prSet/>
      <dgm:spPr/>
      <dgm:t>
        <a:bodyPr/>
        <a:lstStyle/>
        <a:p>
          <a:endParaRPr lang="en-IN"/>
        </a:p>
      </dgm:t>
    </dgm:pt>
    <dgm:pt modelId="{77881A11-5DAE-3741-9DE7-78561CE4C74E}" type="pres">
      <dgm:prSet presAssocID="{D2BE78DE-8431-48C6-9F94-172B26C49C23}" presName="diagram" presStyleCnt="0">
        <dgm:presLayoutVars>
          <dgm:chMax val="1"/>
          <dgm:dir/>
          <dgm:animLvl val="ctr"/>
          <dgm:resizeHandles val="exact"/>
        </dgm:presLayoutVars>
      </dgm:prSet>
      <dgm:spPr/>
    </dgm:pt>
    <dgm:pt modelId="{EFEC57D4-8876-AF44-9F4D-0001555E76A7}" type="pres">
      <dgm:prSet presAssocID="{D2BE78DE-8431-48C6-9F94-172B26C49C23}" presName="matrix" presStyleCnt="0"/>
      <dgm:spPr/>
    </dgm:pt>
    <dgm:pt modelId="{E99E1FFA-6187-EE40-8DAF-5007522B1E3C}" type="pres">
      <dgm:prSet presAssocID="{D2BE78DE-8431-48C6-9F94-172B26C49C23}" presName="tile1" presStyleLbl="node1" presStyleIdx="0" presStyleCnt="4"/>
      <dgm:spPr/>
    </dgm:pt>
    <dgm:pt modelId="{2B02CF8B-63AC-7943-A04F-705275401445}" type="pres">
      <dgm:prSet presAssocID="{D2BE78DE-8431-48C6-9F94-172B26C49C23}" presName="tile1text" presStyleLbl="node1" presStyleIdx="0" presStyleCnt="4">
        <dgm:presLayoutVars>
          <dgm:chMax val="0"/>
          <dgm:chPref val="0"/>
          <dgm:bulletEnabled val="1"/>
        </dgm:presLayoutVars>
      </dgm:prSet>
      <dgm:spPr/>
    </dgm:pt>
    <dgm:pt modelId="{BF4B4A75-391C-5B47-BAAF-0ED882680959}" type="pres">
      <dgm:prSet presAssocID="{D2BE78DE-8431-48C6-9F94-172B26C49C23}" presName="tile2" presStyleLbl="node1" presStyleIdx="1" presStyleCnt="4"/>
      <dgm:spPr/>
    </dgm:pt>
    <dgm:pt modelId="{E8875004-9A54-D549-B8A4-A79F2D21E1D4}" type="pres">
      <dgm:prSet presAssocID="{D2BE78DE-8431-48C6-9F94-172B26C49C23}" presName="tile2text" presStyleLbl="node1" presStyleIdx="1" presStyleCnt="4">
        <dgm:presLayoutVars>
          <dgm:chMax val="0"/>
          <dgm:chPref val="0"/>
          <dgm:bulletEnabled val="1"/>
        </dgm:presLayoutVars>
      </dgm:prSet>
      <dgm:spPr/>
    </dgm:pt>
    <dgm:pt modelId="{170B8C50-BDA8-8342-9D10-1B7C97E3679D}" type="pres">
      <dgm:prSet presAssocID="{D2BE78DE-8431-48C6-9F94-172B26C49C23}" presName="tile3" presStyleLbl="node1" presStyleIdx="2" presStyleCnt="4"/>
      <dgm:spPr/>
    </dgm:pt>
    <dgm:pt modelId="{221B4DF9-B290-5746-80C2-0884273F05AF}" type="pres">
      <dgm:prSet presAssocID="{D2BE78DE-8431-48C6-9F94-172B26C49C23}" presName="tile3text" presStyleLbl="node1" presStyleIdx="2" presStyleCnt="4">
        <dgm:presLayoutVars>
          <dgm:chMax val="0"/>
          <dgm:chPref val="0"/>
          <dgm:bulletEnabled val="1"/>
        </dgm:presLayoutVars>
      </dgm:prSet>
      <dgm:spPr/>
    </dgm:pt>
    <dgm:pt modelId="{C64B6057-0C05-AD49-B80F-5AB7189511B9}" type="pres">
      <dgm:prSet presAssocID="{D2BE78DE-8431-48C6-9F94-172B26C49C23}" presName="tile4" presStyleLbl="node1" presStyleIdx="3" presStyleCnt="4"/>
      <dgm:spPr/>
    </dgm:pt>
    <dgm:pt modelId="{EADD903F-656C-4C4F-A95A-61817BADAA42}" type="pres">
      <dgm:prSet presAssocID="{D2BE78DE-8431-48C6-9F94-172B26C49C23}" presName="tile4text" presStyleLbl="node1" presStyleIdx="3" presStyleCnt="4">
        <dgm:presLayoutVars>
          <dgm:chMax val="0"/>
          <dgm:chPref val="0"/>
          <dgm:bulletEnabled val="1"/>
        </dgm:presLayoutVars>
      </dgm:prSet>
      <dgm:spPr/>
    </dgm:pt>
    <dgm:pt modelId="{0C91E169-0D3A-A548-A8F0-9F089557F1B4}" type="pres">
      <dgm:prSet presAssocID="{D2BE78DE-8431-48C6-9F94-172B26C49C23}" presName="centerTile" presStyleLbl="fgShp" presStyleIdx="0" presStyleCnt="1">
        <dgm:presLayoutVars>
          <dgm:chMax val="0"/>
          <dgm:chPref val="0"/>
        </dgm:presLayoutVars>
      </dgm:prSet>
      <dgm:spPr/>
    </dgm:pt>
  </dgm:ptLst>
  <dgm:cxnLst>
    <dgm:cxn modelId="{AF0F2301-117B-4CCC-9E01-56EAB8CBF896}" srcId="{A8F89531-935C-4A92-90AD-814D9D7FE119}" destId="{AEC8B70E-4CC3-413F-8DF3-01C8A7CC577A}" srcOrd="2" destOrd="0" parTransId="{D48A9FEB-17CC-4E14-B702-77CE82CE10EF}" sibTransId="{DC21F627-3A59-4C27-B3C1-5F106BCA9BAE}"/>
    <dgm:cxn modelId="{A52EE314-DE52-774D-8997-6D9896446851}" type="presOf" srcId="{FD08FD6D-86DC-45F7-B7B7-B9B231BEA81B}" destId="{E8875004-9A54-D549-B8A4-A79F2D21E1D4}" srcOrd="1" destOrd="0" presId="urn:microsoft.com/office/officeart/2005/8/layout/matrix1"/>
    <dgm:cxn modelId="{B5248B33-2641-C64F-8FFF-794CA7CCC660}" type="presOf" srcId="{813EDFD6-1E70-49D0-B0D6-84E4D32F3BD8}" destId="{E99E1FFA-6187-EE40-8DAF-5007522B1E3C}" srcOrd="0" destOrd="0" presId="urn:microsoft.com/office/officeart/2005/8/layout/matrix1"/>
    <dgm:cxn modelId="{F434193A-AF32-634B-8BC6-559014418B92}" type="presOf" srcId="{AEC8B70E-4CC3-413F-8DF3-01C8A7CC577A}" destId="{170B8C50-BDA8-8342-9D10-1B7C97E3679D}" srcOrd="0" destOrd="0" presId="urn:microsoft.com/office/officeart/2005/8/layout/matrix1"/>
    <dgm:cxn modelId="{4CAF9B54-80EE-A24F-9F77-2E036F5E4F0E}" type="presOf" srcId="{82E33FE9-D8E3-42FD-9B59-AAC5F29F06EB}" destId="{EADD903F-656C-4C4F-A95A-61817BADAA42}" srcOrd="1" destOrd="0" presId="urn:microsoft.com/office/officeart/2005/8/layout/matrix1"/>
    <dgm:cxn modelId="{EC057667-039F-6644-9F27-D226456F0499}" type="presOf" srcId="{D2BE78DE-8431-48C6-9F94-172B26C49C23}" destId="{77881A11-5DAE-3741-9DE7-78561CE4C74E}" srcOrd="0" destOrd="0" presId="urn:microsoft.com/office/officeart/2005/8/layout/matrix1"/>
    <dgm:cxn modelId="{F8450474-5F30-2D43-9861-33A28FAF8ABB}" type="presOf" srcId="{A8F89531-935C-4A92-90AD-814D9D7FE119}" destId="{0C91E169-0D3A-A548-A8F0-9F089557F1B4}" srcOrd="0" destOrd="0" presId="urn:microsoft.com/office/officeart/2005/8/layout/matrix1"/>
    <dgm:cxn modelId="{2FB56B7F-27C7-D74E-973A-E85E8D0603AC}" type="presOf" srcId="{FD08FD6D-86DC-45F7-B7B7-B9B231BEA81B}" destId="{BF4B4A75-391C-5B47-BAAF-0ED882680959}" srcOrd="0" destOrd="0" presId="urn:microsoft.com/office/officeart/2005/8/layout/matrix1"/>
    <dgm:cxn modelId="{F7DC6FA2-C365-498E-8F49-EF7AFDDC4CD6}" srcId="{A8F89531-935C-4A92-90AD-814D9D7FE119}" destId="{813EDFD6-1E70-49D0-B0D6-84E4D32F3BD8}" srcOrd="0" destOrd="0" parTransId="{19E17205-B553-4636-84F3-CA250FFC7273}" sibTransId="{8B3D02FC-E061-4E9D-80AD-2C40947B86E8}"/>
    <dgm:cxn modelId="{9B56AEBD-335E-4FD4-8BCD-81E9B7C4879F}" srcId="{A8F89531-935C-4A92-90AD-814D9D7FE119}" destId="{82E33FE9-D8E3-42FD-9B59-AAC5F29F06EB}" srcOrd="3" destOrd="0" parTransId="{D664920E-64BC-4F72-8675-0C5F484C6FBC}" sibTransId="{5633E9F0-F940-40E3-9409-46CB351ABB54}"/>
    <dgm:cxn modelId="{FF7FB3C9-3C21-8D42-A07B-EA4EFFEB8110}" type="presOf" srcId="{813EDFD6-1E70-49D0-B0D6-84E4D32F3BD8}" destId="{2B02CF8B-63AC-7943-A04F-705275401445}" srcOrd="1" destOrd="0" presId="urn:microsoft.com/office/officeart/2005/8/layout/matrix1"/>
    <dgm:cxn modelId="{CBF852D6-BFAA-415D-833D-D1F2B8B305B7}" srcId="{D2BE78DE-8431-48C6-9F94-172B26C49C23}" destId="{A8F89531-935C-4A92-90AD-814D9D7FE119}" srcOrd="0" destOrd="0" parTransId="{6AC65786-EAD7-4D3E-9202-36560496378D}" sibTransId="{6F5F93BD-66B7-452E-9B3E-FBC7F911AAEB}"/>
    <dgm:cxn modelId="{B7D57CD8-C611-43FC-8ECF-22EE75268C66}" srcId="{A8F89531-935C-4A92-90AD-814D9D7FE119}" destId="{FD08FD6D-86DC-45F7-B7B7-B9B231BEA81B}" srcOrd="1" destOrd="0" parTransId="{1C6C1B18-502D-4F75-8711-5E094BDC6870}" sibTransId="{42F36464-ECF7-4B63-9B51-7194EFB2A305}"/>
    <dgm:cxn modelId="{846ACAE1-7E39-E141-A8F9-FD56EFE3C97E}" type="presOf" srcId="{82E33FE9-D8E3-42FD-9B59-AAC5F29F06EB}" destId="{C64B6057-0C05-AD49-B80F-5AB7189511B9}" srcOrd="0" destOrd="0" presId="urn:microsoft.com/office/officeart/2005/8/layout/matrix1"/>
    <dgm:cxn modelId="{411259F6-86CA-084F-93E6-DA361A0D1B3B}" type="presOf" srcId="{AEC8B70E-4CC3-413F-8DF3-01C8A7CC577A}" destId="{221B4DF9-B290-5746-80C2-0884273F05AF}" srcOrd="1" destOrd="0" presId="urn:microsoft.com/office/officeart/2005/8/layout/matrix1"/>
    <dgm:cxn modelId="{F309F19B-FC92-374A-8232-899E711E2993}" type="presParOf" srcId="{77881A11-5DAE-3741-9DE7-78561CE4C74E}" destId="{EFEC57D4-8876-AF44-9F4D-0001555E76A7}" srcOrd="0" destOrd="0" presId="urn:microsoft.com/office/officeart/2005/8/layout/matrix1"/>
    <dgm:cxn modelId="{D1F1EBD5-9E8C-9F46-A101-5F6FE5B60A48}" type="presParOf" srcId="{EFEC57D4-8876-AF44-9F4D-0001555E76A7}" destId="{E99E1FFA-6187-EE40-8DAF-5007522B1E3C}" srcOrd="0" destOrd="0" presId="urn:microsoft.com/office/officeart/2005/8/layout/matrix1"/>
    <dgm:cxn modelId="{40F36727-0B70-E84E-8C0C-1D45DCBE19AA}" type="presParOf" srcId="{EFEC57D4-8876-AF44-9F4D-0001555E76A7}" destId="{2B02CF8B-63AC-7943-A04F-705275401445}" srcOrd="1" destOrd="0" presId="urn:microsoft.com/office/officeart/2005/8/layout/matrix1"/>
    <dgm:cxn modelId="{435385F3-94F1-B943-85D5-819EE62235E7}" type="presParOf" srcId="{EFEC57D4-8876-AF44-9F4D-0001555E76A7}" destId="{BF4B4A75-391C-5B47-BAAF-0ED882680959}" srcOrd="2" destOrd="0" presId="urn:microsoft.com/office/officeart/2005/8/layout/matrix1"/>
    <dgm:cxn modelId="{0326AC60-E0F5-614A-8951-1DE0846458D8}" type="presParOf" srcId="{EFEC57D4-8876-AF44-9F4D-0001555E76A7}" destId="{E8875004-9A54-D549-B8A4-A79F2D21E1D4}" srcOrd="3" destOrd="0" presId="urn:microsoft.com/office/officeart/2005/8/layout/matrix1"/>
    <dgm:cxn modelId="{6F183491-5C04-C640-9A4D-0B0A9FB386F9}" type="presParOf" srcId="{EFEC57D4-8876-AF44-9F4D-0001555E76A7}" destId="{170B8C50-BDA8-8342-9D10-1B7C97E3679D}" srcOrd="4" destOrd="0" presId="urn:microsoft.com/office/officeart/2005/8/layout/matrix1"/>
    <dgm:cxn modelId="{56F6BCB8-B96B-6A4D-A193-870F7E504831}" type="presParOf" srcId="{EFEC57D4-8876-AF44-9F4D-0001555E76A7}" destId="{221B4DF9-B290-5746-80C2-0884273F05AF}" srcOrd="5" destOrd="0" presId="urn:microsoft.com/office/officeart/2005/8/layout/matrix1"/>
    <dgm:cxn modelId="{0A966448-7691-DF42-9809-D2E79CDA949B}" type="presParOf" srcId="{EFEC57D4-8876-AF44-9F4D-0001555E76A7}" destId="{C64B6057-0C05-AD49-B80F-5AB7189511B9}" srcOrd="6" destOrd="0" presId="urn:microsoft.com/office/officeart/2005/8/layout/matrix1"/>
    <dgm:cxn modelId="{04948B80-B4C2-4E47-801C-D161D698E3AD}" type="presParOf" srcId="{EFEC57D4-8876-AF44-9F4D-0001555E76A7}" destId="{EADD903F-656C-4C4F-A95A-61817BADAA42}" srcOrd="7" destOrd="0" presId="urn:microsoft.com/office/officeart/2005/8/layout/matrix1"/>
    <dgm:cxn modelId="{096C4068-0496-2D4E-903D-38D44FF15542}" type="presParOf" srcId="{77881A11-5DAE-3741-9DE7-78561CE4C74E}" destId="{0C91E169-0D3A-A548-A8F0-9F089557F1B4}"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3DCE173-50AF-4B47-BD56-E3A1B8645DE7}"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a:scene3d>
          <a:camera prst="orthographicFront">
            <a:rot lat="0" lon="0" rev="0"/>
          </a:camera>
          <a:lightRig rig="contrasting" dir="t">
            <a:rot lat="0" lon="0" rev="7800000"/>
          </a:lightRig>
        </a:scene3d>
      </dgm:spPr>
    </dgm:pt>
    <dgm:pt modelId="{A1A0476E-5EAB-483F-B102-A96AEEF07D8A}">
      <dgm:prSet phldrT="[Text]"/>
      <dgm:spPr/>
      <dgm:t>
        <a:bodyPr/>
        <a:lstStyle/>
        <a:p>
          <a:pPr>
            <a:lnSpc>
              <a:spcPct val="100000"/>
            </a:lnSpc>
            <a:defRPr cap="all"/>
          </a:pPr>
          <a:r>
            <a:rPr lang="en-IN">
              <a:latin typeface="Comic Sans MS" panose="030F0702030302020204" pitchFamily="66" charset="0"/>
            </a:rPr>
            <a:t>Data</a:t>
          </a:r>
        </a:p>
      </dgm:t>
    </dgm:pt>
    <dgm:pt modelId="{EF85B08C-31C9-4531-9E6C-E640DD31D02F}" type="parTrans" cxnId="{044BFD11-E7BD-444D-8B6A-823E2401CCAE}">
      <dgm:prSet/>
      <dgm:spPr/>
      <dgm:t>
        <a:bodyPr/>
        <a:lstStyle/>
        <a:p>
          <a:endParaRPr lang="en-IN">
            <a:latin typeface="Comic Sans MS" panose="030F0702030302020204" pitchFamily="66" charset="0"/>
          </a:endParaRPr>
        </a:p>
      </dgm:t>
    </dgm:pt>
    <dgm:pt modelId="{AAAEA268-2484-4D47-AB0A-980F0C748A11}" type="sibTrans" cxnId="{044BFD11-E7BD-444D-8B6A-823E2401CCAE}">
      <dgm:prSet/>
      <dgm:spPr/>
      <dgm:t>
        <a:bodyPr/>
        <a:lstStyle/>
        <a:p>
          <a:endParaRPr lang="en-IN">
            <a:latin typeface="Comic Sans MS" panose="030F0702030302020204" pitchFamily="66" charset="0"/>
          </a:endParaRPr>
        </a:p>
      </dgm:t>
    </dgm:pt>
    <dgm:pt modelId="{17E9730D-C870-46EA-9BC0-7F4ED0932515}">
      <dgm:prSet phldrT="[Text]"/>
      <dgm:spPr/>
      <dgm:t>
        <a:bodyPr/>
        <a:lstStyle/>
        <a:p>
          <a:pPr>
            <a:lnSpc>
              <a:spcPct val="100000"/>
            </a:lnSpc>
            <a:defRPr cap="all"/>
          </a:pPr>
          <a:r>
            <a:rPr lang="en-IN">
              <a:latin typeface="Comic Sans MS" panose="030F0702030302020204" pitchFamily="66" charset="0"/>
            </a:rPr>
            <a:t>ML Algorithm</a:t>
          </a:r>
        </a:p>
      </dgm:t>
    </dgm:pt>
    <dgm:pt modelId="{15D4E38B-1248-4E62-9C3C-9E6721FC257F}" type="parTrans" cxnId="{3CBD716B-9F86-45AA-838C-16C55D625F4C}">
      <dgm:prSet/>
      <dgm:spPr/>
      <dgm:t>
        <a:bodyPr/>
        <a:lstStyle/>
        <a:p>
          <a:endParaRPr lang="en-IN">
            <a:latin typeface="Comic Sans MS" panose="030F0702030302020204" pitchFamily="66" charset="0"/>
          </a:endParaRPr>
        </a:p>
      </dgm:t>
    </dgm:pt>
    <dgm:pt modelId="{3E00C920-7875-48FD-840E-547164B8AA82}" type="sibTrans" cxnId="{3CBD716B-9F86-45AA-838C-16C55D625F4C}">
      <dgm:prSet/>
      <dgm:spPr/>
      <dgm:t>
        <a:bodyPr/>
        <a:lstStyle/>
        <a:p>
          <a:endParaRPr lang="en-IN">
            <a:latin typeface="Comic Sans MS" panose="030F0702030302020204" pitchFamily="66" charset="0"/>
          </a:endParaRPr>
        </a:p>
      </dgm:t>
    </dgm:pt>
    <dgm:pt modelId="{7425B1D6-0C58-4A66-913D-ED233DBE7457}">
      <dgm:prSet phldrT="[Text]"/>
      <dgm:spPr/>
      <dgm:t>
        <a:bodyPr/>
        <a:lstStyle/>
        <a:p>
          <a:pPr>
            <a:lnSpc>
              <a:spcPct val="100000"/>
            </a:lnSpc>
            <a:defRPr cap="all"/>
          </a:pPr>
          <a:r>
            <a:rPr lang="en-IN">
              <a:latin typeface="Comic Sans MS" panose="030F0702030302020204" pitchFamily="66" charset="0"/>
            </a:rPr>
            <a:t>ML Model</a:t>
          </a:r>
        </a:p>
      </dgm:t>
    </dgm:pt>
    <dgm:pt modelId="{3A3296E5-E3BF-4C7B-82F5-BDB100C26C38}" type="parTrans" cxnId="{407AFC89-F553-4D6B-86AE-016C6E061C24}">
      <dgm:prSet/>
      <dgm:spPr/>
      <dgm:t>
        <a:bodyPr/>
        <a:lstStyle/>
        <a:p>
          <a:endParaRPr lang="en-IN">
            <a:latin typeface="Comic Sans MS" panose="030F0702030302020204" pitchFamily="66" charset="0"/>
          </a:endParaRPr>
        </a:p>
      </dgm:t>
    </dgm:pt>
    <dgm:pt modelId="{C92453DE-AE0C-446F-8D0E-EAC73D4D50D6}" type="sibTrans" cxnId="{407AFC89-F553-4D6B-86AE-016C6E061C24}">
      <dgm:prSet/>
      <dgm:spPr/>
      <dgm:t>
        <a:bodyPr/>
        <a:lstStyle/>
        <a:p>
          <a:endParaRPr lang="en-IN">
            <a:latin typeface="Comic Sans MS" panose="030F0702030302020204" pitchFamily="66" charset="0"/>
          </a:endParaRPr>
        </a:p>
      </dgm:t>
    </dgm:pt>
    <dgm:pt modelId="{FBDAD790-42CD-4CB8-A223-696F0ACADC9F}" type="pres">
      <dgm:prSet presAssocID="{23DCE173-50AF-4B47-BD56-E3A1B8645DE7}" presName="root" presStyleCnt="0">
        <dgm:presLayoutVars>
          <dgm:dir/>
          <dgm:resizeHandles val="exact"/>
        </dgm:presLayoutVars>
      </dgm:prSet>
      <dgm:spPr/>
    </dgm:pt>
    <dgm:pt modelId="{691367F1-460A-4952-8AA2-DAC08A9A4A05}" type="pres">
      <dgm:prSet presAssocID="{A1A0476E-5EAB-483F-B102-A96AEEF07D8A}" presName="compNode" presStyleCnt="0"/>
      <dgm:spPr/>
    </dgm:pt>
    <dgm:pt modelId="{E9FE80C6-C8CF-4D6F-A219-5377ECD045AA}" type="pres">
      <dgm:prSet presAssocID="{A1A0476E-5EAB-483F-B102-A96AEEF07D8A}" presName="iconBgRect" presStyleLbl="bgShp" presStyleIdx="0" presStyleCnt="3"/>
      <dgm:spPr/>
    </dgm:pt>
    <dgm:pt modelId="{EB31EB41-4BD3-4853-976A-638153DF430E}" type="pres">
      <dgm:prSet presAssocID="{A1A0476E-5EAB-483F-B102-A96AEEF07D8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scene3d>
          <a:camera prst="orthographicFront">
            <a:rot lat="0" lon="0" rev="0"/>
          </a:camera>
          <a:lightRig rig="contrasting" dir="t">
            <a:rot lat="0" lon="0" rev="7800000"/>
          </a:lightRig>
        </a:scene3d>
      </dgm:spPr>
      <dgm:extLst>
        <a:ext uri="{E40237B7-FDA0-4F09-8148-C483321AD2D9}">
          <dgm14:cNvPr xmlns:dgm14="http://schemas.microsoft.com/office/drawing/2010/diagram" id="0" name="" descr="Bar chart"/>
        </a:ext>
      </dgm:extLst>
    </dgm:pt>
    <dgm:pt modelId="{D0C54489-B977-4039-801A-E527A142F689}" type="pres">
      <dgm:prSet presAssocID="{A1A0476E-5EAB-483F-B102-A96AEEF07D8A}" presName="spaceRect" presStyleCnt="0"/>
      <dgm:spPr/>
    </dgm:pt>
    <dgm:pt modelId="{8CBD8A15-CDA7-46AC-AF3D-4C8A054C2F17}" type="pres">
      <dgm:prSet presAssocID="{A1A0476E-5EAB-483F-B102-A96AEEF07D8A}" presName="textRect" presStyleLbl="revTx" presStyleIdx="0" presStyleCnt="3">
        <dgm:presLayoutVars>
          <dgm:chMax val="1"/>
          <dgm:chPref val="1"/>
        </dgm:presLayoutVars>
      </dgm:prSet>
      <dgm:spPr/>
    </dgm:pt>
    <dgm:pt modelId="{3EB2B0E4-6658-44EA-BA7E-7FA95AA6E3C6}" type="pres">
      <dgm:prSet presAssocID="{AAAEA268-2484-4D47-AB0A-980F0C748A11}" presName="sibTrans" presStyleCnt="0"/>
      <dgm:spPr/>
    </dgm:pt>
    <dgm:pt modelId="{5D3B9304-BEC9-434C-9AEA-BE0A756646CE}" type="pres">
      <dgm:prSet presAssocID="{17E9730D-C870-46EA-9BC0-7F4ED0932515}" presName="compNode" presStyleCnt="0"/>
      <dgm:spPr/>
    </dgm:pt>
    <dgm:pt modelId="{D1724399-C39E-488B-804A-A3EABE0267DD}" type="pres">
      <dgm:prSet presAssocID="{17E9730D-C870-46EA-9BC0-7F4ED0932515}" presName="iconBgRect" presStyleLbl="bgShp" presStyleIdx="1" presStyleCnt="3"/>
      <dgm:spPr/>
    </dgm:pt>
    <dgm:pt modelId="{048412C5-3A8C-44C1-BCA1-56105F86049A}" type="pres">
      <dgm:prSet presAssocID="{17E9730D-C870-46EA-9BC0-7F4ED093251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scene3d>
          <a:camera prst="orthographicFront">
            <a:rot lat="0" lon="0" rev="0"/>
          </a:camera>
          <a:lightRig rig="contrasting" dir="t">
            <a:rot lat="0" lon="0" rev="7800000"/>
          </a:lightRig>
        </a:scene3d>
      </dgm:spPr>
      <dgm:extLst>
        <a:ext uri="{E40237B7-FDA0-4F09-8148-C483321AD2D9}">
          <dgm14:cNvPr xmlns:dgm14="http://schemas.microsoft.com/office/drawing/2010/diagram" id="0" name="" descr="Gears"/>
        </a:ext>
      </dgm:extLst>
    </dgm:pt>
    <dgm:pt modelId="{C80C4F83-0E9F-4CF8-92B6-0C12E540A4D7}" type="pres">
      <dgm:prSet presAssocID="{17E9730D-C870-46EA-9BC0-7F4ED0932515}" presName="spaceRect" presStyleCnt="0"/>
      <dgm:spPr/>
    </dgm:pt>
    <dgm:pt modelId="{43116687-C024-4AEA-AA43-643F5A0C1DD2}" type="pres">
      <dgm:prSet presAssocID="{17E9730D-C870-46EA-9BC0-7F4ED0932515}" presName="textRect" presStyleLbl="revTx" presStyleIdx="1" presStyleCnt="3">
        <dgm:presLayoutVars>
          <dgm:chMax val="1"/>
          <dgm:chPref val="1"/>
        </dgm:presLayoutVars>
      </dgm:prSet>
      <dgm:spPr/>
    </dgm:pt>
    <dgm:pt modelId="{E819A251-1415-47FD-B13C-E60B87052DAA}" type="pres">
      <dgm:prSet presAssocID="{3E00C920-7875-48FD-840E-547164B8AA82}" presName="sibTrans" presStyleCnt="0"/>
      <dgm:spPr/>
    </dgm:pt>
    <dgm:pt modelId="{9110F800-06DC-4C17-991A-F3F9B5DDE609}" type="pres">
      <dgm:prSet presAssocID="{7425B1D6-0C58-4A66-913D-ED233DBE7457}" presName="compNode" presStyleCnt="0"/>
      <dgm:spPr/>
    </dgm:pt>
    <dgm:pt modelId="{BDFB4427-4279-4B67-AEC2-4793828E2FAF}" type="pres">
      <dgm:prSet presAssocID="{7425B1D6-0C58-4A66-913D-ED233DBE7457}" presName="iconBgRect" presStyleLbl="bgShp" presStyleIdx="2" presStyleCnt="3"/>
      <dgm:spPr/>
    </dgm:pt>
    <dgm:pt modelId="{17B38F51-D000-4353-9E83-0F66C101C80A}" type="pres">
      <dgm:prSet presAssocID="{7425B1D6-0C58-4A66-913D-ED233DBE745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scene3d>
          <a:camera prst="orthographicFront">
            <a:rot lat="0" lon="0" rev="0"/>
          </a:camera>
          <a:lightRig rig="contrasting" dir="t">
            <a:rot lat="0" lon="0" rev="7800000"/>
          </a:lightRig>
        </a:scene3d>
      </dgm:spPr>
      <dgm:extLst>
        <a:ext uri="{E40237B7-FDA0-4F09-8148-C483321AD2D9}">
          <dgm14:cNvPr xmlns:dgm14="http://schemas.microsoft.com/office/drawing/2010/diagram" id="0" name="" descr="Database"/>
        </a:ext>
      </dgm:extLst>
    </dgm:pt>
    <dgm:pt modelId="{54EB8724-FE4B-4C6A-A82D-60A96D7F8DF5}" type="pres">
      <dgm:prSet presAssocID="{7425B1D6-0C58-4A66-913D-ED233DBE7457}" presName="spaceRect" presStyleCnt="0"/>
      <dgm:spPr/>
    </dgm:pt>
    <dgm:pt modelId="{FD704C99-5604-4A0F-A62F-FEEF61B2CE44}" type="pres">
      <dgm:prSet presAssocID="{7425B1D6-0C58-4A66-913D-ED233DBE7457}" presName="textRect" presStyleLbl="revTx" presStyleIdx="2" presStyleCnt="3">
        <dgm:presLayoutVars>
          <dgm:chMax val="1"/>
          <dgm:chPref val="1"/>
        </dgm:presLayoutVars>
      </dgm:prSet>
      <dgm:spPr/>
    </dgm:pt>
  </dgm:ptLst>
  <dgm:cxnLst>
    <dgm:cxn modelId="{044BFD11-E7BD-444D-8B6A-823E2401CCAE}" srcId="{23DCE173-50AF-4B47-BD56-E3A1B8645DE7}" destId="{A1A0476E-5EAB-483F-B102-A96AEEF07D8A}" srcOrd="0" destOrd="0" parTransId="{EF85B08C-31C9-4531-9E6C-E640DD31D02F}" sibTransId="{AAAEA268-2484-4D47-AB0A-980F0C748A11}"/>
    <dgm:cxn modelId="{2D62F53D-689C-AB41-8F3C-96B1A2F9A5DB}" type="presOf" srcId="{23DCE173-50AF-4B47-BD56-E3A1B8645DE7}" destId="{FBDAD790-42CD-4CB8-A223-696F0ACADC9F}" srcOrd="0" destOrd="0" presId="urn:microsoft.com/office/officeart/2018/5/layout/IconCircleLabelList"/>
    <dgm:cxn modelId="{A68ED15C-A34B-9F4E-A986-81B97BF899DF}" type="presOf" srcId="{17E9730D-C870-46EA-9BC0-7F4ED0932515}" destId="{43116687-C024-4AEA-AA43-643F5A0C1DD2}" srcOrd="0" destOrd="0" presId="urn:microsoft.com/office/officeart/2018/5/layout/IconCircleLabelList"/>
    <dgm:cxn modelId="{3CBD716B-9F86-45AA-838C-16C55D625F4C}" srcId="{23DCE173-50AF-4B47-BD56-E3A1B8645DE7}" destId="{17E9730D-C870-46EA-9BC0-7F4ED0932515}" srcOrd="1" destOrd="0" parTransId="{15D4E38B-1248-4E62-9C3C-9E6721FC257F}" sibTransId="{3E00C920-7875-48FD-840E-547164B8AA82}"/>
    <dgm:cxn modelId="{407AFC89-F553-4D6B-86AE-016C6E061C24}" srcId="{23DCE173-50AF-4B47-BD56-E3A1B8645DE7}" destId="{7425B1D6-0C58-4A66-913D-ED233DBE7457}" srcOrd="2" destOrd="0" parTransId="{3A3296E5-E3BF-4C7B-82F5-BDB100C26C38}" sibTransId="{C92453DE-AE0C-446F-8D0E-EAC73D4D50D6}"/>
    <dgm:cxn modelId="{D627EABE-4F29-8C4F-AA2F-78E0E03FF6F0}" type="presOf" srcId="{7425B1D6-0C58-4A66-913D-ED233DBE7457}" destId="{FD704C99-5604-4A0F-A62F-FEEF61B2CE44}" srcOrd="0" destOrd="0" presId="urn:microsoft.com/office/officeart/2018/5/layout/IconCircleLabelList"/>
    <dgm:cxn modelId="{2227B1D4-017B-FB46-830F-DA532DC305F8}" type="presOf" srcId="{A1A0476E-5EAB-483F-B102-A96AEEF07D8A}" destId="{8CBD8A15-CDA7-46AC-AF3D-4C8A054C2F17}" srcOrd="0" destOrd="0" presId="urn:microsoft.com/office/officeart/2018/5/layout/IconCircleLabelList"/>
    <dgm:cxn modelId="{6034E110-BCEB-0E42-A844-AA19EA541F24}" type="presParOf" srcId="{FBDAD790-42CD-4CB8-A223-696F0ACADC9F}" destId="{691367F1-460A-4952-8AA2-DAC08A9A4A05}" srcOrd="0" destOrd="0" presId="urn:microsoft.com/office/officeart/2018/5/layout/IconCircleLabelList"/>
    <dgm:cxn modelId="{D34D11F4-62C0-594F-AA62-753155A11BF3}" type="presParOf" srcId="{691367F1-460A-4952-8AA2-DAC08A9A4A05}" destId="{E9FE80C6-C8CF-4D6F-A219-5377ECD045AA}" srcOrd="0" destOrd="0" presId="urn:microsoft.com/office/officeart/2018/5/layout/IconCircleLabelList"/>
    <dgm:cxn modelId="{82413F13-642C-3947-B25B-3063067E6405}" type="presParOf" srcId="{691367F1-460A-4952-8AA2-DAC08A9A4A05}" destId="{EB31EB41-4BD3-4853-976A-638153DF430E}" srcOrd="1" destOrd="0" presId="urn:microsoft.com/office/officeart/2018/5/layout/IconCircleLabelList"/>
    <dgm:cxn modelId="{18A714E4-EEAA-A447-AF50-23778502981D}" type="presParOf" srcId="{691367F1-460A-4952-8AA2-DAC08A9A4A05}" destId="{D0C54489-B977-4039-801A-E527A142F689}" srcOrd="2" destOrd="0" presId="urn:microsoft.com/office/officeart/2018/5/layout/IconCircleLabelList"/>
    <dgm:cxn modelId="{4FC97027-8C5F-BF43-B8BB-119FFB85609B}" type="presParOf" srcId="{691367F1-460A-4952-8AA2-DAC08A9A4A05}" destId="{8CBD8A15-CDA7-46AC-AF3D-4C8A054C2F17}" srcOrd="3" destOrd="0" presId="urn:microsoft.com/office/officeart/2018/5/layout/IconCircleLabelList"/>
    <dgm:cxn modelId="{8C75EAED-12E3-6745-9F98-9D45F0E29D0D}" type="presParOf" srcId="{FBDAD790-42CD-4CB8-A223-696F0ACADC9F}" destId="{3EB2B0E4-6658-44EA-BA7E-7FA95AA6E3C6}" srcOrd="1" destOrd="0" presId="urn:microsoft.com/office/officeart/2018/5/layout/IconCircleLabelList"/>
    <dgm:cxn modelId="{B4588A23-5604-D648-AD35-C98E7E99656E}" type="presParOf" srcId="{FBDAD790-42CD-4CB8-A223-696F0ACADC9F}" destId="{5D3B9304-BEC9-434C-9AEA-BE0A756646CE}" srcOrd="2" destOrd="0" presId="urn:microsoft.com/office/officeart/2018/5/layout/IconCircleLabelList"/>
    <dgm:cxn modelId="{9D1E3F84-7661-3645-A88A-F88862122206}" type="presParOf" srcId="{5D3B9304-BEC9-434C-9AEA-BE0A756646CE}" destId="{D1724399-C39E-488B-804A-A3EABE0267DD}" srcOrd="0" destOrd="0" presId="urn:microsoft.com/office/officeart/2018/5/layout/IconCircleLabelList"/>
    <dgm:cxn modelId="{744E4D56-7216-6B43-930D-6F9A20BE3964}" type="presParOf" srcId="{5D3B9304-BEC9-434C-9AEA-BE0A756646CE}" destId="{048412C5-3A8C-44C1-BCA1-56105F86049A}" srcOrd="1" destOrd="0" presId="urn:microsoft.com/office/officeart/2018/5/layout/IconCircleLabelList"/>
    <dgm:cxn modelId="{D3094045-D042-2D46-9862-F8735D193CEF}" type="presParOf" srcId="{5D3B9304-BEC9-434C-9AEA-BE0A756646CE}" destId="{C80C4F83-0E9F-4CF8-92B6-0C12E540A4D7}" srcOrd="2" destOrd="0" presId="urn:microsoft.com/office/officeart/2018/5/layout/IconCircleLabelList"/>
    <dgm:cxn modelId="{3D0F3DB1-D2B4-FF49-B063-4025EF6BFB21}" type="presParOf" srcId="{5D3B9304-BEC9-434C-9AEA-BE0A756646CE}" destId="{43116687-C024-4AEA-AA43-643F5A0C1DD2}" srcOrd="3" destOrd="0" presId="urn:microsoft.com/office/officeart/2018/5/layout/IconCircleLabelList"/>
    <dgm:cxn modelId="{87FAAF55-2E07-9C40-8AAE-731B646425FB}" type="presParOf" srcId="{FBDAD790-42CD-4CB8-A223-696F0ACADC9F}" destId="{E819A251-1415-47FD-B13C-E60B87052DAA}" srcOrd="3" destOrd="0" presId="urn:microsoft.com/office/officeart/2018/5/layout/IconCircleLabelList"/>
    <dgm:cxn modelId="{24D78E3C-A3EA-A243-B16D-667775D9DD9F}" type="presParOf" srcId="{FBDAD790-42CD-4CB8-A223-696F0ACADC9F}" destId="{9110F800-06DC-4C17-991A-F3F9B5DDE609}" srcOrd="4" destOrd="0" presId="urn:microsoft.com/office/officeart/2018/5/layout/IconCircleLabelList"/>
    <dgm:cxn modelId="{C6DFAC89-9745-654E-9A7E-764732E5CF57}" type="presParOf" srcId="{9110F800-06DC-4C17-991A-F3F9B5DDE609}" destId="{BDFB4427-4279-4B67-AEC2-4793828E2FAF}" srcOrd="0" destOrd="0" presId="urn:microsoft.com/office/officeart/2018/5/layout/IconCircleLabelList"/>
    <dgm:cxn modelId="{B9AD1CFF-16A1-CD4E-B747-98E494A9CE65}" type="presParOf" srcId="{9110F800-06DC-4C17-991A-F3F9B5DDE609}" destId="{17B38F51-D000-4353-9E83-0F66C101C80A}" srcOrd="1" destOrd="0" presId="urn:microsoft.com/office/officeart/2018/5/layout/IconCircleLabelList"/>
    <dgm:cxn modelId="{1E3AEA81-2DDD-2543-9663-87921EFE836C}" type="presParOf" srcId="{9110F800-06DC-4C17-991A-F3F9B5DDE609}" destId="{54EB8724-FE4B-4C6A-A82D-60A96D7F8DF5}" srcOrd="2" destOrd="0" presId="urn:microsoft.com/office/officeart/2018/5/layout/IconCircleLabelList"/>
    <dgm:cxn modelId="{864F5BC1-D6DD-D746-BD54-B0E635B75EFA}" type="presParOf" srcId="{9110F800-06DC-4C17-991A-F3F9B5DDE609}" destId="{FD704C99-5604-4A0F-A62F-FEEF61B2CE44}" srcOrd="3" destOrd="0" presId="urn:microsoft.com/office/officeart/2018/5/layout/IconCircleLabelList"/>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54589C4-8465-4BE8-9994-2345AF7A3C4E}" type="doc">
      <dgm:prSet loTypeId="urn:microsoft.com/office/officeart/2009/3/layout/StepUpProcess" loCatId="process" qsTypeId="urn:microsoft.com/office/officeart/2005/8/quickstyle/simple1" qsCatId="simple" csTypeId="urn:microsoft.com/office/officeart/2005/8/colors/colorful3" csCatId="colorful" phldr="1"/>
      <dgm:spPr/>
      <dgm:t>
        <a:bodyPr/>
        <a:lstStyle/>
        <a:p>
          <a:endParaRPr lang="en-IN"/>
        </a:p>
      </dgm:t>
    </dgm:pt>
    <dgm:pt modelId="{73989BC7-E730-4C6F-B814-82EE6BF34A96}">
      <dgm:prSet phldrT="[Text]" custT="1"/>
      <dgm:spPr/>
      <dgm:t>
        <a:bodyPr/>
        <a:lstStyle/>
        <a:p>
          <a:r>
            <a:rPr lang="en-IN" sz="1800" dirty="0">
              <a:solidFill>
                <a:schemeClr val="tx1"/>
              </a:solidFill>
              <a:latin typeface="Comic Sans MS" panose="030F0702030302020204" pitchFamily="66" charset="0"/>
            </a:rPr>
            <a:t>1. Data collection</a:t>
          </a:r>
        </a:p>
      </dgm:t>
    </dgm:pt>
    <dgm:pt modelId="{66369679-B799-4757-855E-291A0AC42E5A}" type="parTrans" cxnId="{83CB5079-20E0-4E89-9B38-D8416A715EF9}">
      <dgm:prSet/>
      <dgm:spPr/>
      <dgm:t>
        <a:bodyPr/>
        <a:lstStyle/>
        <a:p>
          <a:endParaRPr lang="en-IN" sz="1800">
            <a:solidFill>
              <a:schemeClr val="bg1">
                <a:lumMod val="95000"/>
              </a:schemeClr>
            </a:solidFill>
            <a:latin typeface="Comic Sans MS" panose="030F0702030302020204" pitchFamily="66" charset="0"/>
          </a:endParaRPr>
        </a:p>
      </dgm:t>
    </dgm:pt>
    <dgm:pt modelId="{A54F7ACF-1DC5-4661-9E71-7C27D78740E5}" type="sibTrans" cxnId="{83CB5079-20E0-4E89-9B38-D8416A715EF9}">
      <dgm:prSet/>
      <dgm:spPr/>
      <dgm:t>
        <a:bodyPr/>
        <a:lstStyle/>
        <a:p>
          <a:endParaRPr lang="en-IN" sz="1800">
            <a:solidFill>
              <a:schemeClr val="bg1">
                <a:lumMod val="95000"/>
              </a:schemeClr>
            </a:solidFill>
            <a:latin typeface="Comic Sans MS" panose="030F0702030302020204" pitchFamily="66" charset="0"/>
          </a:endParaRPr>
        </a:p>
      </dgm:t>
    </dgm:pt>
    <dgm:pt modelId="{D2E82289-B61B-4929-9069-14C3E64E7328}">
      <dgm:prSet phldrT="[Text]" custT="1"/>
      <dgm:spPr/>
      <dgm:t>
        <a:bodyPr/>
        <a:lstStyle/>
        <a:p>
          <a:r>
            <a:rPr lang="en-IN" sz="1800" dirty="0">
              <a:solidFill>
                <a:schemeClr val="tx1"/>
              </a:solidFill>
              <a:latin typeface="Comic Sans MS" panose="030F0702030302020204" pitchFamily="66" charset="0"/>
            </a:rPr>
            <a:t>2. Data preparation</a:t>
          </a:r>
        </a:p>
      </dgm:t>
    </dgm:pt>
    <dgm:pt modelId="{06431514-F268-4412-996D-4836B5A68D90}" type="parTrans" cxnId="{D3E8D4E2-CC44-4471-93E8-616A265B35E5}">
      <dgm:prSet/>
      <dgm:spPr/>
      <dgm:t>
        <a:bodyPr/>
        <a:lstStyle/>
        <a:p>
          <a:endParaRPr lang="en-IN" sz="1800">
            <a:solidFill>
              <a:schemeClr val="bg1">
                <a:lumMod val="95000"/>
              </a:schemeClr>
            </a:solidFill>
            <a:latin typeface="Comic Sans MS" panose="030F0702030302020204" pitchFamily="66" charset="0"/>
          </a:endParaRPr>
        </a:p>
      </dgm:t>
    </dgm:pt>
    <dgm:pt modelId="{F7A32F3A-3C8A-485D-AA88-862B96A85F1B}" type="sibTrans" cxnId="{D3E8D4E2-CC44-4471-93E8-616A265B35E5}">
      <dgm:prSet/>
      <dgm:spPr/>
      <dgm:t>
        <a:bodyPr/>
        <a:lstStyle/>
        <a:p>
          <a:endParaRPr lang="en-IN" sz="1800">
            <a:solidFill>
              <a:schemeClr val="bg1">
                <a:lumMod val="95000"/>
              </a:schemeClr>
            </a:solidFill>
            <a:latin typeface="Comic Sans MS" panose="030F0702030302020204" pitchFamily="66" charset="0"/>
          </a:endParaRPr>
        </a:p>
      </dgm:t>
    </dgm:pt>
    <dgm:pt modelId="{BDD0BDF9-CA23-4937-8D47-A1C28A540FDA}">
      <dgm:prSet phldrT="[Text]" custT="1"/>
      <dgm:spPr/>
      <dgm:t>
        <a:bodyPr/>
        <a:lstStyle/>
        <a:p>
          <a:r>
            <a:rPr lang="en-IN" sz="1800" dirty="0">
              <a:solidFill>
                <a:schemeClr val="tx1"/>
              </a:solidFill>
              <a:latin typeface="Comic Sans MS" panose="030F0702030302020204" pitchFamily="66" charset="0"/>
            </a:rPr>
            <a:t>3. Choose a ML model</a:t>
          </a:r>
        </a:p>
      </dgm:t>
    </dgm:pt>
    <dgm:pt modelId="{CD52243A-368A-4323-8C8F-6A5A1017859B}" type="parTrans" cxnId="{9FD93F1D-DB15-4E90-B0F7-0E301131FD8D}">
      <dgm:prSet/>
      <dgm:spPr/>
      <dgm:t>
        <a:bodyPr/>
        <a:lstStyle/>
        <a:p>
          <a:endParaRPr lang="en-IN" sz="1800">
            <a:solidFill>
              <a:schemeClr val="bg1">
                <a:lumMod val="95000"/>
              </a:schemeClr>
            </a:solidFill>
            <a:latin typeface="Comic Sans MS" panose="030F0702030302020204" pitchFamily="66" charset="0"/>
          </a:endParaRPr>
        </a:p>
      </dgm:t>
    </dgm:pt>
    <dgm:pt modelId="{AB8952E6-58E6-4B6F-80EF-ADF8BA21664F}" type="sibTrans" cxnId="{9FD93F1D-DB15-4E90-B0F7-0E301131FD8D}">
      <dgm:prSet/>
      <dgm:spPr/>
      <dgm:t>
        <a:bodyPr/>
        <a:lstStyle/>
        <a:p>
          <a:endParaRPr lang="en-IN" sz="1800">
            <a:solidFill>
              <a:schemeClr val="bg1">
                <a:lumMod val="95000"/>
              </a:schemeClr>
            </a:solidFill>
            <a:latin typeface="Comic Sans MS" panose="030F0702030302020204" pitchFamily="66" charset="0"/>
          </a:endParaRPr>
        </a:p>
      </dgm:t>
    </dgm:pt>
    <dgm:pt modelId="{B1BF127C-10A3-4EDA-89AE-D12835F97EB6}">
      <dgm:prSet phldrT="[Text]" custT="1"/>
      <dgm:spPr/>
      <dgm:t>
        <a:bodyPr/>
        <a:lstStyle/>
        <a:p>
          <a:r>
            <a:rPr lang="en-IN" sz="1800" dirty="0">
              <a:solidFill>
                <a:schemeClr val="tx1"/>
              </a:solidFill>
              <a:latin typeface="Comic Sans MS" panose="030F0702030302020204" pitchFamily="66" charset="0"/>
            </a:rPr>
            <a:t>4. Train the model</a:t>
          </a:r>
        </a:p>
      </dgm:t>
    </dgm:pt>
    <dgm:pt modelId="{10E09D85-8559-4ED1-A48C-F99D7DEB22DB}" type="parTrans" cxnId="{2EF40D69-D0D2-45DE-9EED-F54FC6AC4041}">
      <dgm:prSet/>
      <dgm:spPr/>
      <dgm:t>
        <a:bodyPr/>
        <a:lstStyle/>
        <a:p>
          <a:endParaRPr lang="en-IN" sz="1800">
            <a:solidFill>
              <a:schemeClr val="bg1">
                <a:lumMod val="95000"/>
              </a:schemeClr>
            </a:solidFill>
            <a:latin typeface="Comic Sans MS" panose="030F0702030302020204" pitchFamily="66" charset="0"/>
          </a:endParaRPr>
        </a:p>
      </dgm:t>
    </dgm:pt>
    <dgm:pt modelId="{3286FC3A-D62F-4580-A866-5E4BEC6F2AE9}" type="sibTrans" cxnId="{2EF40D69-D0D2-45DE-9EED-F54FC6AC4041}">
      <dgm:prSet/>
      <dgm:spPr/>
      <dgm:t>
        <a:bodyPr/>
        <a:lstStyle/>
        <a:p>
          <a:endParaRPr lang="en-IN" sz="1800">
            <a:solidFill>
              <a:schemeClr val="bg1">
                <a:lumMod val="95000"/>
              </a:schemeClr>
            </a:solidFill>
            <a:latin typeface="Comic Sans MS" panose="030F0702030302020204" pitchFamily="66" charset="0"/>
          </a:endParaRPr>
        </a:p>
      </dgm:t>
    </dgm:pt>
    <dgm:pt modelId="{09895830-E3D1-4A5A-998C-A32B240A8FD3}">
      <dgm:prSet phldrT="[Text]" custT="1"/>
      <dgm:spPr/>
      <dgm:t>
        <a:bodyPr/>
        <a:lstStyle/>
        <a:p>
          <a:r>
            <a:rPr lang="en-IN" sz="1800" dirty="0">
              <a:solidFill>
                <a:schemeClr val="tx1"/>
              </a:solidFill>
              <a:latin typeface="Comic Sans MS" panose="030F0702030302020204" pitchFamily="66" charset="0"/>
            </a:rPr>
            <a:t>5. Evaluate the model</a:t>
          </a:r>
        </a:p>
      </dgm:t>
    </dgm:pt>
    <dgm:pt modelId="{6DA4D97E-F0ED-463D-9583-E35763D8E8E7}" type="parTrans" cxnId="{373A8503-A6A7-4B21-A417-49DFBC433D02}">
      <dgm:prSet/>
      <dgm:spPr/>
      <dgm:t>
        <a:bodyPr/>
        <a:lstStyle/>
        <a:p>
          <a:endParaRPr lang="en-IN" sz="1800">
            <a:solidFill>
              <a:schemeClr val="bg1">
                <a:lumMod val="95000"/>
              </a:schemeClr>
            </a:solidFill>
            <a:latin typeface="Comic Sans MS" panose="030F0702030302020204" pitchFamily="66" charset="0"/>
          </a:endParaRPr>
        </a:p>
      </dgm:t>
    </dgm:pt>
    <dgm:pt modelId="{4FFF9456-BDDD-46F2-9852-4AAFC6A9D46D}" type="sibTrans" cxnId="{373A8503-A6A7-4B21-A417-49DFBC433D02}">
      <dgm:prSet/>
      <dgm:spPr/>
      <dgm:t>
        <a:bodyPr/>
        <a:lstStyle/>
        <a:p>
          <a:endParaRPr lang="en-IN" sz="1800">
            <a:solidFill>
              <a:schemeClr val="bg1">
                <a:lumMod val="95000"/>
              </a:schemeClr>
            </a:solidFill>
            <a:latin typeface="Comic Sans MS" panose="030F0702030302020204" pitchFamily="66" charset="0"/>
          </a:endParaRPr>
        </a:p>
      </dgm:t>
    </dgm:pt>
    <dgm:pt modelId="{607403DB-CEC3-4DDC-A2F4-AB438043B4C1}">
      <dgm:prSet phldrT="[Text]" custT="1"/>
      <dgm:spPr/>
      <dgm:t>
        <a:bodyPr/>
        <a:lstStyle/>
        <a:p>
          <a:r>
            <a:rPr lang="en-IN" sz="1800" dirty="0">
              <a:solidFill>
                <a:schemeClr val="tx1"/>
              </a:solidFill>
              <a:latin typeface="Comic Sans MS" panose="030F0702030302020204" pitchFamily="66" charset="0"/>
            </a:rPr>
            <a:t>7. Make predictions</a:t>
          </a:r>
        </a:p>
      </dgm:t>
    </dgm:pt>
    <dgm:pt modelId="{B1B284A9-268D-4DD1-A8B7-92FB3797524D}" type="parTrans" cxnId="{A04B9E17-1760-4DF5-8629-1804196585FC}">
      <dgm:prSet/>
      <dgm:spPr/>
      <dgm:t>
        <a:bodyPr/>
        <a:lstStyle/>
        <a:p>
          <a:endParaRPr lang="en-IN" sz="1800">
            <a:solidFill>
              <a:schemeClr val="bg1">
                <a:lumMod val="95000"/>
              </a:schemeClr>
            </a:solidFill>
            <a:latin typeface="Comic Sans MS" panose="030F0702030302020204" pitchFamily="66" charset="0"/>
          </a:endParaRPr>
        </a:p>
      </dgm:t>
    </dgm:pt>
    <dgm:pt modelId="{8CD4BEC8-F7B0-43EA-82D1-7A0C5D4F820E}" type="sibTrans" cxnId="{A04B9E17-1760-4DF5-8629-1804196585FC}">
      <dgm:prSet/>
      <dgm:spPr/>
      <dgm:t>
        <a:bodyPr/>
        <a:lstStyle/>
        <a:p>
          <a:endParaRPr lang="en-IN" sz="1800">
            <a:solidFill>
              <a:schemeClr val="bg1">
                <a:lumMod val="95000"/>
              </a:schemeClr>
            </a:solidFill>
            <a:latin typeface="Comic Sans MS" panose="030F0702030302020204" pitchFamily="66" charset="0"/>
          </a:endParaRPr>
        </a:p>
      </dgm:t>
    </dgm:pt>
    <dgm:pt modelId="{4A1D99B0-E14F-4528-A637-018775E1AA8E}">
      <dgm:prSet phldrT="[Text]" custT="1"/>
      <dgm:spPr/>
      <dgm:t>
        <a:bodyPr/>
        <a:lstStyle/>
        <a:p>
          <a:r>
            <a:rPr lang="en-IN" sz="1800" dirty="0">
              <a:solidFill>
                <a:schemeClr val="tx1"/>
              </a:solidFill>
              <a:latin typeface="Comic Sans MS" panose="030F0702030302020204" pitchFamily="66" charset="0"/>
            </a:rPr>
            <a:t>6. Parameter tuning</a:t>
          </a:r>
        </a:p>
      </dgm:t>
    </dgm:pt>
    <dgm:pt modelId="{732932B5-F56E-495F-BE9A-C87B30DA6E05}" type="parTrans" cxnId="{C0783759-32EA-4E53-8F72-F5E35B94BB5C}">
      <dgm:prSet/>
      <dgm:spPr/>
      <dgm:t>
        <a:bodyPr/>
        <a:lstStyle/>
        <a:p>
          <a:endParaRPr lang="en-IN" sz="1800">
            <a:solidFill>
              <a:schemeClr val="bg1">
                <a:lumMod val="95000"/>
              </a:schemeClr>
            </a:solidFill>
            <a:latin typeface="Comic Sans MS" panose="030F0702030302020204" pitchFamily="66" charset="0"/>
          </a:endParaRPr>
        </a:p>
      </dgm:t>
    </dgm:pt>
    <dgm:pt modelId="{01F647A3-B37C-4279-ACD7-E798A8E478D3}" type="sibTrans" cxnId="{C0783759-32EA-4E53-8F72-F5E35B94BB5C}">
      <dgm:prSet/>
      <dgm:spPr/>
      <dgm:t>
        <a:bodyPr/>
        <a:lstStyle/>
        <a:p>
          <a:endParaRPr lang="en-IN" sz="1800">
            <a:solidFill>
              <a:schemeClr val="bg1">
                <a:lumMod val="95000"/>
              </a:schemeClr>
            </a:solidFill>
            <a:latin typeface="Comic Sans MS" panose="030F0702030302020204" pitchFamily="66" charset="0"/>
          </a:endParaRPr>
        </a:p>
      </dgm:t>
    </dgm:pt>
    <dgm:pt modelId="{FC8C1081-28F8-4D6D-90ED-AD6FE4E9F51F}" type="pres">
      <dgm:prSet presAssocID="{154589C4-8465-4BE8-9994-2345AF7A3C4E}" presName="rootnode" presStyleCnt="0">
        <dgm:presLayoutVars>
          <dgm:chMax/>
          <dgm:chPref/>
          <dgm:dir/>
          <dgm:animLvl val="lvl"/>
        </dgm:presLayoutVars>
      </dgm:prSet>
      <dgm:spPr/>
    </dgm:pt>
    <dgm:pt modelId="{949D874E-9AB0-4CF7-8A6C-FAD6D624B9B0}" type="pres">
      <dgm:prSet presAssocID="{73989BC7-E730-4C6F-B814-82EE6BF34A96}" presName="composite" presStyleCnt="0"/>
      <dgm:spPr/>
    </dgm:pt>
    <dgm:pt modelId="{8D37F63A-B17B-4F8D-A5D9-FCCE12EE492C}" type="pres">
      <dgm:prSet presAssocID="{73989BC7-E730-4C6F-B814-82EE6BF34A96}" presName="LShape" presStyleLbl="alignNode1" presStyleIdx="0" presStyleCnt="13"/>
      <dgm:spPr/>
    </dgm:pt>
    <dgm:pt modelId="{7907DE3C-8D09-497B-9B0A-FF8CB0AF7D0E}" type="pres">
      <dgm:prSet presAssocID="{73989BC7-E730-4C6F-B814-82EE6BF34A96}" presName="ParentText" presStyleLbl="revTx" presStyleIdx="0" presStyleCnt="7">
        <dgm:presLayoutVars>
          <dgm:chMax val="0"/>
          <dgm:chPref val="0"/>
          <dgm:bulletEnabled val="1"/>
        </dgm:presLayoutVars>
      </dgm:prSet>
      <dgm:spPr/>
    </dgm:pt>
    <dgm:pt modelId="{F15B5D98-4222-4531-B939-D54864A66513}" type="pres">
      <dgm:prSet presAssocID="{73989BC7-E730-4C6F-B814-82EE6BF34A96}" presName="Triangle" presStyleLbl="alignNode1" presStyleIdx="1" presStyleCnt="13"/>
      <dgm:spPr/>
    </dgm:pt>
    <dgm:pt modelId="{33B22793-80B6-4437-B10C-EB2ED4053AA3}" type="pres">
      <dgm:prSet presAssocID="{A54F7ACF-1DC5-4661-9E71-7C27D78740E5}" presName="sibTrans" presStyleCnt="0"/>
      <dgm:spPr/>
    </dgm:pt>
    <dgm:pt modelId="{9374E0E5-1C31-4C48-8EE9-56961CC81C06}" type="pres">
      <dgm:prSet presAssocID="{A54F7ACF-1DC5-4661-9E71-7C27D78740E5}" presName="space" presStyleCnt="0"/>
      <dgm:spPr/>
    </dgm:pt>
    <dgm:pt modelId="{74551F5A-6CE9-43BD-BCD2-46FE878C6DB9}" type="pres">
      <dgm:prSet presAssocID="{D2E82289-B61B-4929-9069-14C3E64E7328}" presName="composite" presStyleCnt="0"/>
      <dgm:spPr/>
    </dgm:pt>
    <dgm:pt modelId="{186242D4-92C2-446C-930A-D5135B86F2A9}" type="pres">
      <dgm:prSet presAssocID="{D2E82289-B61B-4929-9069-14C3E64E7328}" presName="LShape" presStyleLbl="alignNode1" presStyleIdx="2" presStyleCnt="13"/>
      <dgm:spPr/>
    </dgm:pt>
    <dgm:pt modelId="{B46C84B0-B83D-4677-BEA9-8DD2B3EADAD0}" type="pres">
      <dgm:prSet presAssocID="{D2E82289-B61B-4929-9069-14C3E64E7328}" presName="ParentText" presStyleLbl="revTx" presStyleIdx="1" presStyleCnt="7" custScaleX="111003" custLinFactNeighborX="3014" custLinFactNeighborY="1719">
        <dgm:presLayoutVars>
          <dgm:chMax val="0"/>
          <dgm:chPref val="0"/>
          <dgm:bulletEnabled val="1"/>
        </dgm:presLayoutVars>
      </dgm:prSet>
      <dgm:spPr/>
    </dgm:pt>
    <dgm:pt modelId="{BB2A9629-BD1A-409E-8251-A9B8DA5314E1}" type="pres">
      <dgm:prSet presAssocID="{D2E82289-B61B-4929-9069-14C3E64E7328}" presName="Triangle" presStyleLbl="alignNode1" presStyleIdx="3" presStyleCnt="13"/>
      <dgm:spPr/>
    </dgm:pt>
    <dgm:pt modelId="{1E0A810D-BC34-4BED-B199-8AA752DCCE28}" type="pres">
      <dgm:prSet presAssocID="{F7A32F3A-3C8A-485D-AA88-862B96A85F1B}" presName="sibTrans" presStyleCnt="0"/>
      <dgm:spPr/>
    </dgm:pt>
    <dgm:pt modelId="{E2F6776B-C1E9-413C-B342-45EDD35AB6AB}" type="pres">
      <dgm:prSet presAssocID="{F7A32F3A-3C8A-485D-AA88-862B96A85F1B}" presName="space" presStyleCnt="0"/>
      <dgm:spPr/>
    </dgm:pt>
    <dgm:pt modelId="{F66A1BC5-0EE3-476F-8FD7-E5407850E1E4}" type="pres">
      <dgm:prSet presAssocID="{BDD0BDF9-CA23-4937-8D47-A1C28A540FDA}" presName="composite" presStyleCnt="0"/>
      <dgm:spPr/>
    </dgm:pt>
    <dgm:pt modelId="{7ADC3927-3E0C-44DC-8E21-C190FBC67718}" type="pres">
      <dgm:prSet presAssocID="{BDD0BDF9-CA23-4937-8D47-A1C28A540FDA}" presName="LShape" presStyleLbl="alignNode1" presStyleIdx="4" presStyleCnt="13"/>
      <dgm:spPr>
        <a:solidFill>
          <a:srgbClr val="AC770D"/>
        </a:solidFill>
      </dgm:spPr>
    </dgm:pt>
    <dgm:pt modelId="{1E10BA9A-DEA4-4075-9A03-B4C7CA82D359}" type="pres">
      <dgm:prSet presAssocID="{BDD0BDF9-CA23-4937-8D47-A1C28A540FDA}" presName="ParentText" presStyleLbl="revTx" presStyleIdx="2" presStyleCnt="7">
        <dgm:presLayoutVars>
          <dgm:chMax val="0"/>
          <dgm:chPref val="0"/>
          <dgm:bulletEnabled val="1"/>
        </dgm:presLayoutVars>
      </dgm:prSet>
      <dgm:spPr/>
    </dgm:pt>
    <dgm:pt modelId="{9FDD1F3A-4B31-4BEF-BF85-D18724D72895}" type="pres">
      <dgm:prSet presAssocID="{BDD0BDF9-CA23-4937-8D47-A1C28A540FDA}" presName="Triangle" presStyleLbl="alignNode1" presStyleIdx="5" presStyleCnt="13"/>
      <dgm:spPr/>
    </dgm:pt>
    <dgm:pt modelId="{578FC6E0-F604-45A0-84AA-59B443429292}" type="pres">
      <dgm:prSet presAssocID="{AB8952E6-58E6-4B6F-80EF-ADF8BA21664F}" presName="sibTrans" presStyleCnt="0"/>
      <dgm:spPr/>
    </dgm:pt>
    <dgm:pt modelId="{A175D646-1BF8-49D5-9E32-A829814B35F2}" type="pres">
      <dgm:prSet presAssocID="{AB8952E6-58E6-4B6F-80EF-ADF8BA21664F}" presName="space" presStyleCnt="0"/>
      <dgm:spPr/>
    </dgm:pt>
    <dgm:pt modelId="{C5E74E59-15B2-4226-A980-7CFAD5281102}" type="pres">
      <dgm:prSet presAssocID="{B1BF127C-10A3-4EDA-89AE-D12835F97EB6}" presName="composite" presStyleCnt="0"/>
      <dgm:spPr/>
    </dgm:pt>
    <dgm:pt modelId="{A93AF2DF-A2B6-4C93-B5B5-E25BD1979074}" type="pres">
      <dgm:prSet presAssocID="{B1BF127C-10A3-4EDA-89AE-D12835F97EB6}" presName="LShape" presStyleLbl="alignNode1" presStyleIdx="6" presStyleCnt="13"/>
      <dgm:spPr/>
    </dgm:pt>
    <dgm:pt modelId="{BF6E417D-E404-41E0-B6B9-4676170C39B7}" type="pres">
      <dgm:prSet presAssocID="{B1BF127C-10A3-4EDA-89AE-D12835F97EB6}" presName="ParentText" presStyleLbl="revTx" presStyleIdx="3" presStyleCnt="7">
        <dgm:presLayoutVars>
          <dgm:chMax val="0"/>
          <dgm:chPref val="0"/>
          <dgm:bulletEnabled val="1"/>
        </dgm:presLayoutVars>
      </dgm:prSet>
      <dgm:spPr/>
    </dgm:pt>
    <dgm:pt modelId="{45CC6E95-BC83-44AE-9768-04350C55EE16}" type="pres">
      <dgm:prSet presAssocID="{B1BF127C-10A3-4EDA-89AE-D12835F97EB6}" presName="Triangle" presStyleLbl="alignNode1" presStyleIdx="7" presStyleCnt="13"/>
      <dgm:spPr/>
    </dgm:pt>
    <dgm:pt modelId="{1D2F3FD1-499C-435B-99FA-9332D54B68F7}" type="pres">
      <dgm:prSet presAssocID="{3286FC3A-D62F-4580-A866-5E4BEC6F2AE9}" presName="sibTrans" presStyleCnt="0"/>
      <dgm:spPr/>
    </dgm:pt>
    <dgm:pt modelId="{4777D5FE-5A83-4F90-AA1C-329D4B29F37A}" type="pres">
      <dgm:prSet presAssocID="{3286FC3A-D62F-4580-A866-5E4BEC6F2AE9}" presName="space" presStyleCnt="0"/>
      <dgm:spPr/>
    </dgm:pt>
    <dgm:pt modelId="{CCD829C9-A630-44A7-AC52-D6F3F38C61BD}" type="pres">
      <dgm:prSet presAssocID="{09895830-E3D1-4A5A-998C-A32B240A8FD3}" presName="composite" presStyleCnt="0"/>
      <dgm:spPr/>
    </dgm:pt>
    <dgm:pt modelId="{5FBCA329-7F76-43E7-956E-21E151A4451A}" type="pres">
      <dgm:prSet presAssocID="{09895830-E3D1-4A5A-998C-A32B240A8FD3}" presName="LShape" presStyleLbl="alignNode1" presStyleIdx="8" presStyleCnt="13"/>
      <dgm:spPr/>
    </dgm:pt>
    <dgm:pt modelId="{DB747E33-537E-454F-8C2F-F67E1FA7924D}" type="pres">
      <dgm:prSet presAssocID="{09895830-E3D1-4A5A-998C-A32B240A8FD3}" presName="ParentText" presStyleLbl="revTx" presStyleIdx="4" presStyleCnt="7">
        <dgm:presLayoutVars>
          <dgm:chMax val="0"/>
          <dgm:chPref val="0"/>
          <dgm:bulletEnabled val="1"/>
        </dgm:presLayoutVars>
      </dgm:prSet>
      <dgm:spPr/>
    </dgm:pt>
    <dgm:pt modelId="{92BDEB0D-B153-4DB4-B8B3-FC7D0362999A}" type="pres">
      <dgm:prSet presAssocID="{09895830-E3D1-4A5A-998C-A32B240A8FD3}" presName="Triangle" presStyleLbl="alignNode1" presStyleIdx="9" presStyleCnt="13"/>
      <dgm:spPr/>
    </dgm:pt>
    <dgm:pt modelId="{6CE23883-2E19-46D3-96CB-3714C0E91F47}" type="pres">
      <dgm:prSet presAssocID="{4FFF9456-BDDD-46F2-9852-4AAFC6A9D46D}" presName="sibTrans" presStyleCnt="0"/>
      <dgm:spPr/>
    </dgm:pt>
    <dgm:pt modelId="{6CF6BC80-EA22-4438-ADAF-131DEE234D6A}" type="pres">
      <dgm:prSet presAssocID="{4FFF9456-BDDD-46F2-9852-4AAFC6A9D46D}" presName="space" presStyleCnt="0"/>
      <dgm:spPr/>
    </dgm:pt>
    <dgm:pt modelId="{29614CB4-133E-4BF2-8A12-E322F45D7255}" type="pres">
      <dgm:prSet presAssocID="{4A1D99B0-E14F-4528-A637-018775E1AA8E}" presName="composite" presStyleCnt="0"/>
      <dgm:spPr/>
    </dgm:pt>
    <dgm:pt modelId="{77A6F671-42FA-4C37-9B11-2838569C8F11}" type="pres">
      <dgm:prSet presAssocID="{4A1D99B0-E14F-4528-A637-018775E1AA8E}" presName="LShape" presStyleLbl="alignNode1" presStyleIdx="10" presStyleCnt="13"/>
      <dgm:spPr/>
    </dgm:pt>
    <dgm:pt modelId="{E7836ADD-9EA4-4DF3-8502-89D894B85155}" type="pres">
      <dgm:prSet presAssocID="{4A1D99B0-E14F-4528-A637-018775E1AA8E}" presName="ParentText" presStyleLbl="revTx" presStyleIdx="5" presStyleCnt="7" custScaleX="127718" custLinFactNeighborX="11302" custLinFactNeighborY="7688">
        <dgm:presLayoutVars>
          <dgm:chMax val="0"/>
          <dgm:chPref val="0"/>
          <dgm:bulletEnabled val="1"/>
        </dgm:presLayoutVars>
      </dgm:prSet>
      <dgm:spPr/>
    </dgm:pt>
    <dgm:pt modelId="{C0A77F95-5DE9-4C11-B456-845126EAD00E}" type="pres">
      <dgm:prSet presAssocID="{4A1D99B0-E14F-4528-A637-018775E1AA8E}" presName="Triangle" presStyleLbl="alignNode1" presStyleIdx="11" presStyleCnt="13"/>
      <dgm:spPr/>
    </dgm:pt>
    <dgm:pt modelId="{3BF472EE-1D72-4D2D-82F4-86C4DE50B319}" type="pres">
      <dgm:prSet presAssocID="{01F647A3-B37C-4279-ACD7-E798A8E478D3}" presName="sibTrans" presStyleCnt="0"/>
      <dgm:spPr/>
    </dgm:pt>
    <dgm:pt modelId="{DE9E201B-FBD6-4E7A-8F3F-872324B7509B}" type="pres">
      <dgm:prSet presAssocID="{01F647A3-B37C-4279-ACD7-E798A8E478D3}" presName="space" presStyleCnt="0"/>
      <dgm:spPr/>
    </dgm:pt>
    <dgm:pt modelId="{52F34C8D-8F4D-4586-AE73-C84424CF76C9}" type="pres">
      <dgm:prSet presAssocID="{607403DB-CEC3-4DDC-A2F4-AB438043B4C1}" presName="composite" presStyleCnt="0"/>
      <dgm:spPr/>
    </dgm:pt>
    <dgm:pt modelId="{550932F6-0DC2-4311-9F7D-BEBE91AD96BC}" type="pres">
      <dgm:prSet presAssocID="{607403DB-CEC3-4DDC-A2F4-AB438043B4C1}" presName="LShape" presStyleLbl="alignNode1" presStyleIdx="12" presStyleCnt="13"/>
      <dgm:spPr/>
    </dgm:pt>
    <dgm:pt modelId="{FA604DC8-01F6-4A09-8F04-1F6B7FD34130}" type="pres">
      <dgm:prSet presAssocID="{607403DB-CEC3-4DDC-A2F4-AB438043B4C1}" presName="ParentText" presStyleLbl="revTx" presStyleIdx="6" presStyleCnt="7">
        <dgm:presLayoutVars>
          <dgm:chMax val="0"/>
          <dgm:chPref val="0"/>
          <dgm:bulletEnabled val="1"/>
        </dgm:presLayoutVars>
      </dgm:prSet>
      <dgm:spPr/>
    </dgm:pt>
  </dgm:ptLst>
  <dgm:cxnLst>
    <dgm:cxn modelId="{373A8503-A6A7-4B21-A417-49DFBC433D02}" srcId="{154589C4-8465-4BE8-9994-2345AF7A3C4E}" destId="{09895830-E3D1-4A5A-998C-A32B240A8FD3}" srcOrd="4" destOrd="0" parTransId="{6DA4D97E-F0ED-463D-9583-E35763D8E8E7}" sibTransId="{4FFF9456-BDDD-46F2-9852-4AAFC6A9D46D}"/>
    <dgm:cxn modelId="{A04B9E17-1760-4DF5-8629-1804196585FC}" srcId="{154589C4-8465-4BE8-9994-2345AF7A3C4E}" destId="{607403DB-CEC3-4DDC-A2F4-AB438043B4C1}" srcOrd="6" destOrd="0" parTransId="{B1B284A9-268D-4DD1-A8B7-92FB3797524D}" sibTransId="{8CD4BEC8-F7B0-43EA-82D1-7A0C5D4F820E}"/>
    <dgm:cxn modelId="{9FD93F1D-DB15-4E90-B0F7-0E301131FD8D}" srcId="{154589C4-8465-4BE8-9994-2345AF7A3C4E}" destId="{BDD0BDF9-CA23-4937-8D47-A1C28A540FDA}" srcOrd="2" destOrd="0" parTransId="{CD52243A-368A-4323-8C8F-6A5A1017859B}" sibTransId="{AB8952E6-58E6-4B6F-80EF-ADF8BA21664F}"/>
    <dgm:cxn modelId="{E1AC9A29-2D4E-4EB0-8F31-274F57892F3C}" type="presOf" srcId="{4A1D99B0-E14F-4528-A637-018775E1AA8E}" destId="{E7836ADD-9EA4-4DF3-8502-89D894B85155}" srcOrd="0" destOrd="0" presId="urn:microsoft.com/office/officeart/2009/3/layout/StepUpProcess"/>
    <dgm:cxn modelId="{3B758030-625E-4297-97B6-444D9A800FFC}" type="presOf" srcId="{154589C4-8465-4BE8-9994-2345AF7A3C4E}" destId="{FC8C1081-28F8-4D6D-90ED-AD6FE4E9F51F}" srcOrd="0" destOrd="0" presId="urn:microsoft.com/office/officeart/2009/3/layout/StepUpProcess"/>
    <dgm:cxn modelId="{84E2A547-9640-426E-8BC6-41F1222A33E1}" type="presOf" srcId="{BDD0BDF9-CA23-4937-8D47-A1C28A540FDA}" destId="{1E10BA9A-DEA4-4075-9A03-B4C7CA82D359}" srcOrd="0" destOrd="0" presId="urn:microsoft.com/office/officeart/2009/3/layout/StepUpProcess"/>
    <dgm:cxn modelId="{6BFAAC54-2E83-490D-87B4-816D954BA729}" type="presOf" srcId="{B1BF127C-10A3-4EDA-89AE-D12835F97EB6}" destId="{BF6E417D-E404-41E0-B6B9-4676170C39B7}" srcOrd="0" destOrd="0" presId="urn:microsoft.com/office/officeart/2009/3/layout/StepUpProcess"/>
    <dgm:cxn modelId="{C0783759-32EA-4E53-8F72-F5E35B94BB5C}" srcId="{154589C4-8465-4BE8-9994-2345AF7A3C4E}" destId="{4A1D99B0-E14F-4528-A637-018775E1AA8E}" srcOrd="5" destOrd="0" parTransId="{732932B5-F56E-495F-BE9A-C87B30DA6E05}" sibTransId="{01F647A3-B37C-4279-ACD7-E798A8E478D3}"/>
    <dgm:cxn modelId="{2EF40D69-D0D2-45DE-9EED-F54FC6AC4041}" srcId="{154589C4-8465-4BE8-9994-2345AF7A3C4E}" destId="{B1BF127C-10A3-4EDA-89AE-D12835F97EB6}" srcOrd="3" destOrd="0" parTransId="{10E09D85-8559-4ED1-A48C-F99D7DEB22DB}" sibTransId="{3286FC3A-D62F-4580-A866-5E4BEC6F2AE9}"/>
    <dgm:cxn modelId="{7D5E7C77-7CD3-418C-B3E1-84F262251FBC}" type="presOf" srcId="{73989BC7-E730-4C6F-B814-82EE6BF34A96}" destId="{7907DE3C-8D09-497B-9B0A-FF8CB0AF7D0E}" srcOrd="0" destOrd="0" presId="urn:microsoft.com/office/officeart/2009/3/layout/StepUpProcess"/>
    <dgm:cxn modelId="{83CB5079-20E0-4E89-9B38-D8416A715EF9}" srcId="{154589C4-8465-4BE8-9994-2345AF7A3C4E}" destId="{73989BC7-E730-4C6F-B814-82EE6BF34A96}" srcOrd="0" destOrd="0" parTransId="{66369679-B799-4757-855E-291A0AC42E5A}" sibTransId="{A54F7ACF-1DC5-4661-9E71-7C27D78740E5}"/>
    <dgm:cxn modelId="{F471E07A-7031-47B4-8470-3B9D8BE676BA}" type="presOf" srcId="{09895830-E3D1-4A5A-998C-A32B240A8FD3}" destId="{DB747E33-537E-454F-8C2F-F67E1FA7924D}" srcOrd="0" destOrd="0" presId="urn:microsoft.com/office/officeart/2009/3/layout/StepUpProcess"/>
    <dgm:cxn modelId="{291AA997-F91C-46C8-8DDA-298E0EF54BE5}" type="presOf" srcId="{607403DB-CEC3-4DDC-A2F4-AB438043B4C1}" destId="{FA604DC8-01F6-4A09-8F04-1F6B7FD34130}" srcOrd="0" destOrd="0" presId="urn:microsoft.com/office/officeart/2009/3/layout/StepUpProcess"/>
    <dgm:cxn modelId="{7824A5D7-196F-4D34-9D24-211156FF2141}" type="presOf" srcId="{D2E82289-B61B-4929-9069-14C3E64E7328}" destId="{B46C84B0-B83D-4677-BEA9-8DD2B3EADAD0}" srcOrd="0" destOrd="0" presId="urn:microsoft.com/office/officeart/2009/3/layout/StepUpProcess"/>
    <dgm:cxn modelId="{D3E8D4E2-CC44-4471-93E8-616A265B35E5}" srcId="{154589C4-8465-4BE8-9994-2345AF7A3C4E}" destId="{D2E82289-B61B-4929-9069-14C3E64E7328}" srcOrd="1" destOrd="0" parTransId="{06431514-F268-4412-996D-4836B5A68D90}" sibTransId="{F7A32F3A-3C8A-485D-AA88-862B96A85F1B}"/>
    <dgm:cxn modelId="{2E238168-671B-460C-B626-FA7E2EC4F056}" type="presParOf" srcId="{FC8C1081-28F8-4D6D-90ED-AD6FE4E9F51F}" destId="{949D874E-9AB0-4CF7-8A6C-FAD6D624B9B0}" srcOrd="0" destOrd="0" presId="urn:microsoft.com/office/officeart/2009/3/layout/StepUpProcess"/>
    <dgm:cxn modelId="{200ADA98-8D16-4379-9654-2DC143AA9D72}" type="presParOf" srcId="{949D874E-9AB0-4CF7-8A6C-FAD6D624B9B0}" destId="{8D37F63A-B17B-4F8D-A5D9-FCCE12EE492C}" srcOrd="0" destOrd="0" presId="urn:microsoft.com/office/officeart/2009/3/layout/StepUpProcess"/>
    <dgm:cxn modelId="{7B15194A-BD7C-4C26-B5AA-2B867FE6E546}" type="presParOf" srcId="{949D874E-9AB0-4CF7-8A6C-FAD6D624B9B0}" destId="{7907DE3C-8D09-497B-9B0A-FF8CB0AF7D0E}" srcOrd="1" destOrd="0" presId="urn:microsoft.com/office/officeart/2009/3/layout/StepUpProcess"/>
    <dgm:cxn modelId="{79C4A187-2F74-4626-877E-BF8682067071}" type="presParOf" srcId="{949D874E-9AB0-4CF7-8A6C-FAD6D624B9B0}" destId="{F15B5D98-4222-4531-B939-D54864A66513}" srcOrd="2" destOrd="0" presId="urn:microsoft.com/office/officeart/2009/3/layout/StepUpProcess"/>
    <dgm:cxn modelId="{82BE85BC-5698-4390-90C2-90E6B24CE24E}" type="presParOf" srcId="{FC8C1081-28F8-4D6D-90ED-AD6FE4E9F51F}" destId="{33B22793-80B6-4437-B10C-EB2ED4053AA3}" srcOrd="1" destOrd="0" presId="urn:microsoft.com/office/officeart/2009/3/layout/StepUpProcess"/>
    <dgm:cxn modelId="{618331F8-B6E0-422B-B613-422C4C66516F}" type="presParOf" srcId="{33B22793-80B6-4437-B10C-EB2ED4053AA3}" destId="{9374E0E5-1C31-4C48-8EE9-56961CC81C06}" srcOrd="0" destOrd="0" presId="urn:microsoft.com/office/officeart/2009/3/layout/StepUpProcess"/>
    <dgm:cxn modelId="{8B01836C-1B1A-4B9E-A553-60804481CA94}" type="presParOf" srcId="{FC8C1081-28F8-4D6D-90ED-AD6FE4E9F51F}" destId="{74551F5A-6CE9-43BD-BCD2-46FE878C6DB9}" srcOrd="2" destOrd="0" presId="urn:microsoft.com/office/officeart/2009/3/layout/StepUpProcess"/>
    <dgm:cxn modelId="{C2537C28-723F-4FC1-A2B7-E137F034B56E}" type="presParOf" srcId="{74551F5A-6CE9-43BD-BCD2-46FE878C6DB9}" destId="{186242D4-92C2-446C-930A-D5135B86F2A9}" srcOrd="0" destOrd="0" presId="urn:microsoft.com/office/officeart/2009/3/layout/StepUpProcess"/>
    <dgm:cxn modelId="{F1313E7A-1302-4133-8F94-25167BCACADB}" type="presParOf" srcId="{74551F5A-6CE9-43BD-BCD2-46FE878C6DB9}" destId="{B46C84B0-B83D-4677-BEA9-8DD2B3EADAD0}" srcOrd="1" destOrd="0" presId="urn:microsoft.com/office/officeart/2009/3/layout/StepUpProcess"/>
    <dgm:cxn modelId="{8D2F1427-27A4-424B-B836-D86ECA10B73C}" type="presParOf" srcId="{74551F5A-6CE9-43BD-BCD2-46FE878C6DB9}" destId="{BB2A9629-BD1A-409E-8251-A9B8DA5314E1}" srcOrd="2" destOrd="0" presId="urn:microsoft.com/office/officeart/2009/3/layout/StepUpProcess"/>
    <dgm:cxn modelId="{7041E243-CD1A-4631-8A0C-CE424036A6FA}" type="presParOf" srcId="{FC8C1081-28F8-4D6D-90ED-AD6FE4E9F51F}" destId="{1E0A810D-BC34-4BED-B199-8AA752DCCE28}" srcOrd="3" destOrd="0" presId="urn:microsoft.com/office/officeart/2009/3/layout/StepUpProcess"/>
    <dgm:cxn modelId="{FBA375D4-5411-485A-A38A-4F456617BB08}" type="presParOf" srcId="{1E0A810D-BC34-4BED-B199-8AA752DCCE28}" destId="{E2F6776B-C1E9-413C-B342-45EDD35AB6AB}" srcOrd="0" destOrd="0" presId="urn:microsoft.com/office/officeart/2009/3/layout/StepUpProcess"/>
    <dgm:cxn modelId="{8B66E110-F8F7-473F-8F79-C0EE8E320169}" type="presParOf" srcId="{FC8C1081-28F8-4D6D-90ED-AD6FE4E9F51F}" destId="{F66A1BC5-0EE3-476F-8FD7-E5407850E1E4}" srcOrd="4" destOrd="0" presId="urn:microsoft.com/office/officeart/2009/3/layout/StepUpProcess"/>
    <dgm:cxn modelId="{93C19AF5-8BCA-4024-B5C4-FF73AC165836}" type="presParOf" srcId="{F66A1BC5-0EE3-476F-8FD7-E5407850E1E4}" destId="{7ADC3927-3E0C-44DC-8E21-C190FBC67718}" srcOrd="0" destOrd="0" presId="urn:microsoft.com/office/officeart/2009/3/layout/StepUpProcess"/>
    <dgm:cxn modelId="{398F0110-0FB5-4EFA-810A-2CD4649202A7}" type="presParOf" srcId="{F66A1BC5-0EE3-476F-8FD7-E5407850E1E4}" destId="{1E10BA9A-DEA4-4075-9A03-B4C7CA82D359}" srcOrd="1" destOrd="0" presId="urn:microsoft.com/office/officeart/2009/3/layout/StepUpProcess"/>
    <dgm:cxn modelId="{A64BBD65-1978-470A-98CF-EC52AC39BC94}" type="presParOf" srcId="{F66A1BC5-0EE3-476F-8FD7-E5407850E1E4}" destId="{9FDD1F3A-4B31-4BEF-BF85-D18724D72895}" srcOrd="2" destOrd="0" presId="urn:microsoft.com/office/officeart/2009/3/layout/StepUpProcess"/>
    <dgm:cxn modelId="{FABD0695-8681-433A-ADEC-5F0881B38F8E}" type="presParOf" srcId="{FC8C1081-28F8-4D6D-90ED-AD6FE4E9F51F}" destId="{578FC6E0-F604-45A0-84AA-59B443429292}" srcOrd="5" destOrd="0" presId="urn:microsoft.com/office/officeart/2009/3/layout/StepUpProcess"/>
    <dgm:cxn modelId="{FF1D6968-55F5-49CE-A4DF-BF1AE7571AF3}" type="presParOf" srcId="{578FC6E0-F604-45A0-84AA-59B443429292}" destId="{A175D646-1BF8-49D5-9E32-A829814B35F2}" srcOrd="0" destOrd="0" presId="urn:microsoft.com/office/officeart/2009/3/layout/StepUpProcess"/>
    <dgm:cxn modelId="{8F25029C-54C8-4582-8E2E-9487BCD18F62}" type="presParOf" srcId="{FC8C1081-28F8-4D6D-90ED-AD6FE4E9F51F}" destId="{C5E74E59-15B2-4226-A980-7CFAD5281102}" srcOrd="6" destOrd="0" presId="urn:microsoft.com/office/officeart/2009/3/layout/StepUpProcess"/>
    <dgm:cxn modelId="{A3A5BA52-0EC7-4FED-9215-C404BCA977E2}" type="presParOf" srcId="{C5E74E59-15B2-4226-A980-7CFAD5281102}" destId="{A93AF2DF-A2B6-4C93-B5B5-E25BD1979074}" srcOrd="0" destOrd="0" presId="urn:microsoft.com/office/officeart/2009/3/layout/StepUpProcess"/>
    <dgm:cxn modelId="{BC7E28E6-EB4B-4039-A33C-25DC6E8CD288}" type="presParOf" srcId="{C5E74E59-15B2-4226-A980-7CFAD5281102}" destId="{BF6E417D-E404-41E0-B6B9-4676170C39B7}" srcOrd="1" destOrd="0" presId="urn:microsoft.com/office/officeart/2009/3/layout/StepUpProcess"/>
    <dgm:cxn modelId="{DA3A345B-1389-41D9-98FF-12C430340F4E}" type="presParOf" srcId="{C5E74E59-15B2-4226-A980-7CFAD5281102}" destId="{45CC6E95-BC83-44AE-9768-04350C55EE16}" srcOrd="2" destOrd="0" presId="urn:microsoft.com/office/officeart/2009/3/layout/StepUpProcess"/>
    <dgm:cxn modelId="{D9AA478E-A0E4-4D2F-937D-5D6AE3701572}" type="presParOf" srcId="{FC8C1081-28F8-4D6D-90ED-AD6FE4E9F51F}" destId="{1D2F3FD1-499C-435B-99FA-9332D54B68F7}" srcOrd="7" destOrd="0" presId="urn:microsoft.com/office/officeart/2009/3/layout/StepUpProcess"/>
    <dgm:cxn modelId="{6ACC818C-FA80-4E15-9D7E-674180C80640}" type="presParOf" srcId="{1D2F3FD1-499C-435B-99FA-9332D54B68F7}" destId="{4777D5FE-5A83-4F90-AA1C-329D4B29F37A}" srcOrd="0" destOrd="0" presId="urn:microsoft.com/office/officeart/2009/3/layout/StepUpProcess"/>
    <dgm:cxn modelId="{2FA78F37-16C4-48FB-8A49-232D0D29A921}" type="presParOf" srcId="{FC8C1081-28F8-4D6D-90ED-AD6FE4E9F51F}" destId="{CCD829C9-A630-44A7-AC52-D6F3F38C61BD}" srcOrd="8" destOrd="0" presId="urn:microsoft.com/office/officeart/2009/3/layout/StepUpProcess"/>
    <dgm:cxn modelId="{274FBC39-A523-4529-AFEA-BF610D9673B8}" type="presParOf" srcId="{CCD829C9-A630-44A7-AC52-D6F3F38C61BD}" destId="{5FBCA329-7F76-43E7-956E-21E151A4451A}" srcOrd="0" destOrd="0" presId="urn:microsoft.com/office/officeart/2009/3/layout/StepUpProcess"/>
    <dgm:cxn modelId="{46C9F94C-9159-451E-BE8B-B55EFBDD3517}" type="presParOf" srcId="{CCD829C9-A630-44A7-AC52-D6F3F38C61BD}" destId="{DB747E33-537E-454F-8C2F-F67E1FA7924D}" srcOrd="1" destOrd="0" presId="urn:microsoft.com/office/officeart/2009/3/layout/StepUpProcess"/>
    <dgm:cxn modelId="{39843B45-01AA-4D39-B573-3A3545DEB08D}" type="presParOf" srcId="{CCD829C9-A630-44A7-AC52-D6F3F38C61BD}" destId="{92BDEB0D-B153-4DB4-B8B3-FC7D0362999A}" srcOrd="2" destOrd="0" presId="urn:microsoft.com/office/officeart/2009/3/layout/StepUpProcess"/>
    <dgm:cxn modelId="{CB990189-75AC-4A8D-AB3B-25D80A9BCBBC}" type="presParOf" srcId="{FC8C1081-28F8-4D6D-90ED-AD6FE4E9F51F}" destId="{6CE23883-2E19-46D3-96CB-3714C0E91F47}" srcOrd="9" destOrd="0" presId="urn:microsoft.com/office/officeart/2009/3/layout/StepUpProcess"/>
    <dgm:cxn modelId="{10EFA159-AF52-4B70-80EF-9BAFDFD362B3}" type="presParOf" srcId="{6CE23883-2E19-46D3-96CB-3714C0E91F47}" destId="{6CF6BC80-EA22-4438-ADAF-131DEE234D6A}" srcOrd="0" destOrd="0" presId="urn:microsoft.com/office/officeart/2009/3/layout/StepUpProcess"/>
    <dgm:cxn modelId="{37C188FD-E76A-43B1-8293-3690E7FA7B94}" type="presParOf" srcId="{FC8C1081-28F8-4D6D-90ED-AD6FE4E9F51F}" destId="{29614CB4-133E-4BF2-8A12-E322F45D7255}" srcOrd="10" destOrd="0" presId="urn:microsoft.com/office/officeart/2009/3/layout/StepUpProcess"/>
    <dgm:cxn modelId="{9A72008A-0BB6-4CD8-9C6A-B3CC9B57DBEB}" type="presParOf" srcId="{29614CB4-133E-4BF2-8A12-E322F45D7255}" destId="{77A6F671-42FA-4C37-9B11-2838569C8F11}" srcOrd="0" destOrd="0" presId="urn:microsoft.com/office/officeart/2009/3/layout/StepUpProcess"/>
    <dgm:cxn modelId="{715B2FA2-8D00-4A4F-BCB2-87748A3906A1}" type="presParOf" srcId="{29614CB4-133E-4BF2-8A12-E322F45D7255}" destId="{E7836ADD-9EA4-4DF3-8502-89D894B85155}" srcOrd="1" destOrd="0" presId="urn:microsoft.com/office/officeart/2009/3/layout/StepUpProcess"/>
    <dgm:cxn modelId="{F96D9768-9B83-490C-958F-C83E11EEF287}" type="presParOf" srcId="{29614CB4-133E-4BF2-8A12-E322F45D7255}" destId="{C0A77F95-5DE9-4C11-B456-845126EAD00E}" srcOrd="2" destOrd="0" presId="urn:microsoft.com/office/officeart/2009/3/layout/StepUpProcess"/>
    <dgm:cxn modelId="{1EBC572B-8587-4ADE-BF9E-3A6CCCC31E7A}" type="presParOf" srcId="{FC8C1081-28F8-4D6D-90ED-AD6FE4E9F51F}" destId="{3BF472EE-1D72-4D2D-82F4-86C4DE50B319}" srcOrd="11" destOrd="0" presId="urn:microsoft.com/office/officeart/2009/3/layout/StepUpProcess"/>
    <dgm:cxn modelId="{DECC5D67-4185-41E5-81B6-352E44E687B5}" type="presParOf" srcId="{3BF472EE-1D72-4D2D-82F4-86C4DE50B319}" destId="{DE9E201B-FBD6-4E7A-8F3F-872324B7509B}" srcOrd="0" destOrd="0" presId="urn:microsoft.com/office/officeart/2009/3/layout/StepUpProcess"/>
    <dgm:cxn modelId="{C3A89951-225E-4744-B938-E5676675C09D}" type="presParOf" srcId="{FC8C1081-28F8-4D6D-90ED-AD6FE4E9F51F}" destId="{52F34C8D-8F4D-4586-AE73-C84424CF76C9}" srcOrd="12" destOrd="0" presId="urn:microsoft.com/office/officeart/2009/3/layout/StepUpProcess"/>
    <dgm:cxn modelId="{2054731B-D961-4B0A-BA8D-83EE15E1B696}" type="presParOf" srcId="{52F34C8D-8F4D-4586-AE73-C84424CF76C9}" destId="{550932F6-0DC2-4311-9F7D-BEBE91AD96BC}" srcOrd="0" destOrd="0" presId="urn:microsoft.com/office/officeart/2009/3/layout/StepUpProcess"/>
    <dgm:cxn modelId="{40A93673-1286-4E78-B379-0D67003D9FCB}" type="presParOf" srcId="{52F34C8D-8F4D-4586-AE73-C84424CF76C9}" destId="{FA604DC8-01F6-4A09-8F04-1F6B7FD34130}"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E985EB-76CB-AE43-A3C1-B8772FB2CB3D}">
      <dsp:nvSpPr>
        <dsp:cNvPr id="0" name=""/>
        <dsp:cNvSpPr/>
      </dsp:nvSpPr>
      <dsp:spPr>
        <a:xfrm>
          <a:off x="0" y="0"/>
          <a:ext cx="8331708" cy="672083"/>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Want to detect spam? </a:t>
          </a:r>
          <a:endParaRPr lang="en-US" sz="2300" kern="1200"/>
        </a:p>
      </dsp:txBody>
      <dsp:txXfrm>
        <a:off x="19685" y="19685"/>
        <a:ext cx="7527842" cy="632713"/>
      </dsp:txXfrm>
    </dsp:sp>
    <dsp:sp modelId="{9DFB12A8-CA37-6E47-B273-FB3C1751F289}">
      <dsp:nvSpPr>
        <dsp:cNvPr id="0" name=""/>
        <dsp:cNvSpPr/>
      </dsp:nvSpPr>
      <dsp:spPr>
        <a:xfrm>
          <a:off x="622173" y="765428"/>
          <a:ext cx="8331708" cy="672083"/>
        </a:xfrm>
        <a:prstGeom prst="roundRect">
          <a:avLst>
            <a:gd name="adj" fmla="val 10000"/>
          </a:avLst>
        </a:prstGeom>
        <a:solidFill>
          <a:schemeClr val="accent2">
            <a:hueOff val="-363841"/>
            <a:satOff val="-20982"/>
            <a:lumOff val="2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Want to forecast stocks?</a:t>
          </a:r>
          <a:endParaRPr lang="en-US" sz="2300" kern="1200"/>
        </a:p>
      </dsp:txBody>
      <dsp:txXfrm>
        <a:off x="641858" y="785113"/>
        <a:ext cx="7233310" cy="632713"/>
      </dsp:txXfrm>
    </dsp:sp>
    <dsp:sp modelId="{0D88E6C9-3EBC-C54F-ACD0-33C1BED48596}">
      <dsp:nvSpPr>
        <dsp:cNvPr id="0" name=""/>
        <dsp:cNvSpPr/>
      </dsp:nvSpPr>
      <dsp:spPr>
        <a:xfrm>
          <a:off x="1244346" y="1530857"/>
          <a:ext cx="8331708" cy="672083"/>
        </a:xfrm>
        <a:prstGeom prst="roundRect">
          <a:avLst>
            <a:gd name="adj" fmla="val 10000"/>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Want to find out user preferences? </a:t>
          </a:r>
          <a:endParaRPr lang="en-US" sz="2300" kern="1200"/>
        </a:p>
      </dsp:txBody>
      <dsp:txXfrm>
        <a:off x="1264031" y="1550542"/>
        <a:ext cx="7233310" cy="632713"/>
      </dsp:txXfrm>
    </dsp:sp>
    <dsp:sp modelId="{DD350C90-9553-0B42-AD34-39CF7B036605}">
      <dsp:nvSpPr>
        <dsp:cNvPr id="0" name=""/>
        <dsp:cNvSpPr/>
      </dsp:nvSpPr>
      <dsp:spPr>
        <a:xfrm>
          <a:off x="1866518" y="2296286"/>
          <a:ext cx="8331708" cy="672083"/>
        </a:xfrm>
        <a:prstGeom prst="roundRect">
          <a:avLst>
            <a:gd name="adj" fmla="val 10000"/>
          </a:avLst>
        </a:prstGeom>
        <a:solidFill>
          <a:schemeClr val="accent2">
            <a:hueOff val="-1091522"/>
            <a:satOff val="-62946"/>
            <a:lumOff val="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Want your computer to recognize you in group photos?</a:t>
          </a:r>
        </a:p>
      </dsp:txBody>
      <dsp:txXfrm>
        <a:off x="1886203" y="2315971"/>
        <a:ext cx="7233310" cy="632713"/>
      </dsp:txXfrm>
    </dsp:sp>
    <dsp:sp modelId="{95242D23-580D-D545-971C-8923A39F0F13}">
      <dsp:nvSpPr>
        <dsp:cNvPr id="0" name=""/>
        <dsp:cNvSpPr/>
      </dsp:nvSpPr>
      <dsp:spPr>
        <a:xfrm>
          <a:off x="2488692" y="3061715"/>
          <a:ext cx="8331708" cy="672083"/>
        </a:xfrm>
        <a:prstGeom prst="roundRect">
          <a:avLst>
            <a:gd name="adj" fmla="val 100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All the answers can be obtained by using the power of ML.</a:t>
          </a:r>
        </a:p>
      </dsp:txBody>
      <dsp:txXfrm>
        <a:off x="2508377" y="3081400"/>
        <a:ext cx="7233310" cy="632713"/>
      </dsp:txXfrm>
    </dsp:sp>
    <dsp:sp modelId="{D3EFA201-7E85-AD45-82EC-77E8F8AC481B}">
      <dsp:nvSpPr>
        <dsp:cNvPr id="0" name=""/>
        <dsp:cNvSpPr/>
      </dsp:nvSpPr>
      <dsp:spPr>
        <a:xfrm>
          <a:off x="7894853" y="490994"/>
          <a:ext cx="436854" cy="436854"/>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7993145" y="490994"/>
        <a:ext cx="240270" cy="328733"/>
      </dsp:txXfrm>
    </dsp:sp>
    <dsp:sp modelId="{B6555A92-F7CA-3F45-BD31-282B97AA7434}">
      <dsp:nvSpPr>
        <dsp:cNvPr id="0" name=""/>
        <dsp:cNvSpPr/>
      </dsp:nvSpPr>
      <dsp:spPr>
        <a:xfrm>
          <a:off x="8517026" y="1256423"/>
          <a:ext cx="436854" cy="436854"/>
        </a:xfrm>
        <a:prstGeom prst="downArrow">
          <a:avLst>
            <a:gd name="adj1" fmla="val 55000"/>
            <a:gd name="adj2" fmla="val 45000"/>
          </a:avLst>
        </a:prstGeom>
        <a:solidFill>
          <a:schemeClr val="accent2">
            <a:tint val="40000"/>
            <a:alpha val="90000"/>
            <a:hueOff val="-283075"/>
            <a:satOff val="-25115"/>
            <a:lumOff val="-256"/>
            <a:alphaOff val="0"/>
          </a:schemeClr>
        </a:solidFill>
        <a:ln w="12700" cap="flat" cmpd="sng" algn="ctr">
          <a:solidFill>
            <a:schemeClr val="accent2">
              <a:tint val="40000"/>
              <a:alpha val="90000"/>
              <a:hueOff val="-283075"/>
              <a:satOff val="-25115"/>
              <a:lumOff val="-25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8615318" y="1256423"/>
        <a:ext cx="240270" cy="328733"/>
      </dsp:txXfrm>
    </dsp:sp>
    <dsp:sp modelId="{CD457946-7D12-BF43-81FF-7103DD3131A2}">
      <dsp:nvSpPr>
        <dsp:cNvPr id="0" name=""/>
        <dsp:cNvSpPr/>
      </dsp:nvSpPr>
      <dsp:spPr>
        <a:xfrm>
          <a:off x="9139199" y="2010650"/>
          <a:ext cx="436854" cy="436854"/>
        </a:xfrm>
        <a:prstGeom prst="downArrow">
          <a:avLst>
            <a:gd name="adj1" fmla="val 55000"/>
            <a:gd name="adj2" fmla="val 45000"/>
          </a:avLst>
        </a:prstGeom>
        <a:solidFill>
          <a:schemeClr val="accent2">
            <a:tint val="40000"/>
            <a:alpha val="90000"/>
            <a:hueOff val="-566151"/>
            <a:satOff val="-50231"/>
            <a:lumOff val="-513"/>
            <a:alphaOff val="0"/>
          </a:schemeClr>
        </a:solidFill>
        <a:ln w="12700" cap="flat" cmpd="sng" algn="ctr">
          <a:solidFill>
            <a:schemeClr val="accent2">
              <a:tint val="40000"/>
              <a:alpha val="90000"/>
              <a:hueOff val="-566151"/>
              <a:satOff val="-50231"/>
              <a:lumOff val="-5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9237491" y="2010650"/>
        <a:ext cx="240270" cy="328733"/>
      </dsp:txXfrm>
    </dsp:sp>
    <dsp:sp modelId="{C12952A6-FD8A-CC47-A329-5CDFA0252820}">
      <dsp:nvSpPr>
        <dsp:cNvPr id="0" name=""/>
        <dsp:cNvSpPr/>
      </dsp:nvSpPr>
      <dsp:spPr>
        <a:xfrm>
          <a:off x="9761372" y="2783547"/>
          <a:ext cx="436854" cy="436854"/>
        </a:xfrm>
        <a:prstGeom prst="downArrow">
          <a:avLst>
            <a:gd name="adj1" fmla="val 55000"/>
            <a:gd name="adj2" fmla="val 45000"/>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9859664" y="2783547"/>
        <a:ext cx="240270" cy="3287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9E1FFA-6187-EE40-8DAF-5007522B1E3C}">
      <dsp:nvSpPr>
        <dsp:cNvPr id="0" name=""/>
        <dsp:cNvSpPr/>
      </dsp:nvSpPr>
      <dsp:spPr>
        <a:xfrm rot="16200000">
          <a:off x="1221698" y="-1221698"/>
          <a:ext cx="2675744" cy="5119140"/>
        </a:xfrm>
        <a:prstGeom prst="round1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IN" sz="2600" kern="1200">
              <a:latin typeface="Comic Sans MS" panose="030F0702030302020204" pitchFamily="66" charset="0"/>
            </a:rPr>
            <a:t>Supervised</a:t>
          </a:r>
        </a:p>
      </dsp:txBody>
      <dsp:txXfrm rot="5400000">
        <a:off x="0" y="0"/>
        <a:ext cx="5119140" cy="2006808"/>
      </dsp:txXfrm>
    </dsp:sp>
    <dsp:sp modelId="{BF4B4A75-391C-5B47-BAAF-0ED882680959}">
      <dsp:nvSpPr>
        <dsp:cNvPr id="0" name=""/>
        <dsp:cNvSpPr/>
      </dsp:nvSpPr>
      <dsp:spPr>
        <a:xfrm>
          <a:off x="5119140" y="0"/>
          <a:ext cx="5119140" cy="2675744"/>
        </a:xfrm>
        <a:prstGeom prst="round1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IN" sz="2600" kern="1200">
              <a:latin typeface="Comic Sans MS" panose="030F0702030302020204" pitchFamily="66" charset="0"/>
            </a:rPr>
            <a:t>Unsupervised</a:t>
          </a:r>
        </a:p>
      </dsp:txBody>
      <dsp:txXfrm>
        <a:off x="5119140" y="0"/>
        <a:ext cx="5119140" cy="2006808"/>
      </dsp:txXfrm>
    </dsp:sp>
    <dsp:sp modelId="{170B8C50-BDA8-8342-9D10-1B7C97E3679D}">
      <dsp:nvSpPr>
        <dsp:cNvPr id="0" name=""/>
        <dsp:cNvSpPr/>
      </dsp:nvSpPr>
      <dsp:spPr>
        <a:xfrm rot="10800000">
          <a:off x="0" y="2675744"/>
          <a:ext cx="5119140" cy="2675744"/>
        </a:xfrm>
        <a:prstGeom prst="round1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IN" sz="2600" kern="1200">
              <a:latin typeface="Comic Sans MS" panose="030F0702030302020204" pitchFamily="66" charset="0"/>
            </a:rPr>
            <a:t>Semi-supervised</a:t>
          </a:r>
        </a:p>
      </dsp:txBody>
      <dsp:txXfrm rot="10800000">
        <a:off x="0" y="3344680"/>
        <a:ext cx="5119140" cy="2006808"/>
      </dsp:txXfrm>
    </dsp:sp>
    <dsp:sp modelId="{C64B6057-0C05-AD49-B80F-5AB7189511B9}">
      <dsp:nvSpPr>
        <dsp:cNvPr id="0" name=""/>
        <dsp:cNvSpPr/>
      </dsp:nvSpPr>
      <dsp:spPr>
        <a:xfrm rot="5400000">
          <a:off x="6340839" y="1454045"/>
          <a:ext cx="2675744" cy="5119140"/>
        </a:xfrm>
        <a:prstGeom prst="round1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IN" sz="2600" kern="1200">
              <a:latin typeface="Comic Sans MS" panose="030F0702030302020204" pitchFamily="66" charset="0"/>
            </a:rPr>
            <a:t>Reinforcement</a:t>
          </a:r>
        </a:p>
      </dsp:txBody>
      <dsp:txXfrm rot="-5400000">
        <a:off x="5119141" y="3344679"/>
        <a:ext cx="5119140" cy="2006808"/>
      </dsp:txXfrm>
    </dsp:sp>
    <dsp:sp modelId="{0C91E169-0D3A-A548-A8F0-9F089557F1B4}">
      <dsp:nvSpPr>
        <dsp:cNvPr id="0" name=""/>
        <dsp:cNvSpPr/>
      </dsp:nvSpPr>
      <dsp:spPr>
        <a:xfrm>
          <a:off x="3583398" y="2006808"/>
          <a:ext cx="3071484" cy="1337872"/>
        </a:xfrm>
        <a:prstGeom prst="roundRect">
          <a:avLst/>
        </a:prstGeom>
        <a:gradFill rotWithShape="0">
          <a:gsLst>
            <a:gs pos="0">
              <a:schemeClr val="accent2">
                <a:tint val="40000"/>
                <a:hueOff val="0"/>
                <a:satOff val="0"/>
                <a:lumOff val="0"/>
                <a:alphaOff val="0"/>
                <a:satMod val="103000"/>
                <a:lumMod val="102000"/>
                <a:tint val="94000"/>
              </a:schemeClr>
            </a:gs>
            <a:gs pos="50000">
              <a:schemeClr val="accent2">
                <a:tint val="40000"/>
                <a:hueOff val="0"/>
                <a:satOff val="0"/>
                <a:lumOff val="0"/>
                <a:alphaOff val="0"/>
                <a:satMod val="110000"/>
                <a:lumMod val="100000"/>
                <a:shade val="100000"/>
              </a:schemeClr>
            </a:gs>
            <a:gs pos="100000">
              <a:schemeClr val="accent2">
                <a:tint val="4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latin typeface="Comic Sans MS" panose="030F0702030302020204" pitchFamily="66" charset="0"/>
            </a:rPr>
            <a:t>Types of Machine Learning</a:t>
          </a:r>
        </a:p>
      </dsp:txBody>
      <dsp:txXfrm>
        <a:off x="3648708" y="2072118"/>
        <a:ext cx="2940864" cy="12072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FE80C6-C8CF-4D6F-A219-5377ECD045AA}">
      <dsp:nvSpPr>
        <dsp:cNvPr id="0" name=""/>
        <dsp:cNvSpPr/>
      </dsp:nvSpPr>
      <dsp:spPr>
        <a:xfrm>
          <a:off x="718664" y="453902"/>
          <a:ext cx="1955812" cy="19558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31EB41-4BD3-4853-976A-638153DF430E}">
      <dsp:nvSpPr>
        <dsp:cNvPr id="0" name=""/>
        <dsp:cNvSpPr/>
      </dsp:nvSpPr>
      <dsp:spPr>
        <a:xfrm>
          <a:off x="1135476" y="870715"/>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a:scene3d>
          <a:camera prst="orthographicFront">
            <a:rot lat="0" lon="0" rev="0"/>
          </a:camera>
          <a:lightRig rig="contrasting" dir="t">
            <a:rot lat="0" lon="0" rev="7800000"/>
          </a:lightRig>
        </a:scene3d>
      </dsp:spPr>
      <dsp:style>
        <a:lnRef idx="2">
          <a:scrgbClr r="0" g="0" b="0"/>
        </a:lnRef>
        <a:fillRef idx="1">
          <a:scrgbClr r="0" g="0" b="0"/>
        </a:fillRef>
        <a:effectRef idx="0">
          <a:scrgbClr r="0" g="0" b="0"/>
        </a:effectRef>
        <a:fontRef idx="minor">
          <a:schemeClr val="lt1"/>
        </a:fontRef>
      </dsp:style>
    </dsp:sp>
    <dsp:sp modelId="{8CBD8A15-CDA7-46AC-AF3D-4C8A054C2F17}">
      <dsp:nvSpPr>
        <dsp:cNvPr id="0" name=""/>
        <dsp:cNvSpPr/>
      </dsp:nvSpPr>
      <dsp:spPr>
        <a:xfrm>
          <a:off x="93445" y="3018902"/>
          <a:ext cx="3206250" cy="720000"/>
        </a:xfrm>
        <a:prstGeom prst="rect">
          <a:avLst/>
        </a:prstGeom>
        <a:noFill/>
        <a:ln>
          <a:noFill/>
        </a:ln>
        <a:effectLst/>
        <a:scene3d>
          <a:camera prst="orthographicFront">
            <a:rot lat="0" lon="0" rev="0"/>
          </a:camera>
          <a:lightRig rig="contrasting" dir="t">
            <a:rot lat="0" lon="0" rev="7800000"/>
          </a:lightRig>
        </a:scene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defRPr cap="all"/>
          </a:pPr>
          <a:r>
            <a:rPr lang="en-IN" sz="3100" kern="1200">
              <a:latin typeface="Comic Sans MS" panose="030F0702030302020204" pitchFamily="66" charset="0"/>
            </a:rPr>
            <a:t>Data</a:t>
          </a:r>
        </a:p>
      </dsp:txBody>
      <dsp:txXfrm>
        <a:off x="93445" y="3018902"/>
        <a:ext cx="3206250" cy="720000"/>
      </dsp:txXfrm>
    </dsp:sp>
    <dsp:sp modelId="{D1724399-C39E-488B-804A-A3EABE0267DD}">
      <dsp:nvSpPr>
        <dsp:cNvPr id="0" name=""/>
        <dsp:cNvSpPr/>
      </dsp:nvSpPr>
      <dsp:spPr>
        <a:xfrm>
          <a:off x="4486008" y="453902"/>
          <a:ext cx="1955812" cy="19558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8412C5-3A8C-44C1-BCA1-56105F86049A}">
      <dsp:nvSpPr>
        <dsp:cNvPr id="0" name=""/>
        <dsp:cNvSpPr/>
      </dsp:nvSpPr>
      <dsp:spPr>
        <a:xfrm>
          <a:off x="4902820" y="870715"/>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a:scene3d>
          <a:camera prst="orthographicFront">
            <a:rot lat="0" lon="0" rev="0"/>
          </a:camera>
          <a:lightRig rig="contrasting" dir="t">
            <a:rot lat="0" lon="0" rev="7800000"/>
          </a:lightRig>
        </a:scene3d>
      </dsp:spPr>
      <dsp:style>
        <a:lnRef idx="2">
          <a:scrgbClr r="0" g="0" b="0"/>
        </a:lnRef>
        <a:fillRef idx="1">
          <a:scrgbClr r="0" g="0" b="0"/>
        </a:fillRef>
        <a:effectRef idx="0">
          <a:scrgbClr r="0" g="0" b="0"/>
        </a:effectRef>
        <a:fontRef idx="minor">
          <a:schemeClr val="lt1"/>
        </a:fontRef>
      </dsp:style>
    </dsp:sp>
    <dsp:sp modelId="{43116687-C024-4AEA-AA43-643F5A0C1DD2}">
      <dsp:nvSpPr>
        <dsp:cNvPr id="0" name=""/>
        <dsp:cNvSpPr/>
      </dsp:nvSpPr>
      <dsp:spPr>
        <a:xfrm>
          <a:off x="3860789" y="3018902"/>
          <a:ext cx="3206250" cy="720000"/>
        </a:xfrm>
        <a:prstGeom prst="rect">
          <a:avLst/>
        </a:prstGeom>
        <a:noFill/>
        <a:ln>
          <a:noFill/>
        </a:ln>
        <a:effectLst/>
        <a:scene3d>
          <a:camera prst="orthographicFront">
            <a:rot lat="0" lon="0" rev="0"/>
          </a:camera>
          <a:lightRig rig="contrasting" dir="t">
            <a:rot lat="0" lon="0" rev="7800000"/>
          </a:lightRig>
        </a:scene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defRPr cap="all"/>
          </a:pPr>
          <a:r>
            <a:rPr lang="en-IN" sz="3100" kern="1200">
              <a:latin typeface="Comic Sans MS" panose="030F0702030302020204" pitchFamily="66" charset="0"/>
            </a:rPr>
            <a:t>ML Algorithm</a:t>
          </a:r>
        </a:p>
      </dsp:txBody>
      <dsp:txXfrm>
        <a:off x="3860789" y="3018902"/>
        <a:ext cx="3206250" cy="720000"/>
      </dsp:txXfrm>
    </dsp:sp>
    <dsp:sp modelId="{BDFB4427-4279-4B67-AEC2-4793828E2FAF}">
      <dsp:nvSpPr>
        <dsp:cNvPr id="0" name=""/>
        <dsp:cNvSpPr/>
      </dsp:nvSpPr>
      <dsp:spPr>
        <a:xfrm>
          <a:off x="8253352" y="453902"/>
          <a:ext cx="1955812" cy="19558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B38F51-D000-4353-9E83-0F66C101C80A}">
      <dsp:nvSpPr>
        <dsp:cNvPr id="0" name=""/>
        <dsp:cNvSpPr/>
      </dsp:nvSpPr>
      <dsp:spPr>
        <a:xfrm>
          <a:off x="8670164" y="870715"/>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a:scene3d>
          <a:camera prst="orthographicFront">
            <a:rot lat="0" lon="0" rev="0"/>
          </a:camera>
          <a:lightRig rig="contrasting" dir="t">
            <a:rot lat="0" lon="0" rev="7800000"/>
          </a:lightRig>
        </a:scene3d>
      </dsp:spPr>
      <dsp:style>
        <a:lnRef idx="2">
          <a:scrgbClr r="0" g="0" b="0"/>
        </a:lnRef>
        <a:fillRef idx="1">
          <a:scrgbClr r="0" g="0" b="0"/>
        </a:fillRef>
        <a:effectRef idx="0">
          <a:scrgbClr r="0" g="0" b="0"/>
        </a:effectRef>
        <a:fontRef idx="minor">
          <a:schemeClr val="lt1"/>
        </a:fontRef>
      </dsp:style>
    </dsp:sp>
    <dsp:sp modelId="{FD704C99-5604-4A0F-A62F-FEEF61B2CE44}">
      <dsp:nvSpPr>
        <dsp:cNvPr id="0" name=""/>
        <dsp:cNvSpPr/>
      </dsp:nvSpPr>
      <dsp:spPr>
        <a:xfrm>
          <a:off x="7628133" y="3018902"/>
          <a:ext cx="3206250" cy="720000"/>
        </a:xfrm>
        <a:prstGeom prst="rect">
          <a:avLst/>
        </a:prstGeom>
        <a:noFill/>
        <a:ln>
          <a:noFill/>
        </a:ln>
        <a:effectLst/>
        <a:scene3d>
          <a:camera prst="orthographicFront">
            <a:rot lat="0" lon="0" rev="0"/>
          </a:camera>
          <a:lightRig rig="contrasting" dir="t">
            <a:rot lat="0" lon="0" rev="7800000"/>
          </a:lightRig>
        </a:scene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100000"/>
            </a:lnSpc>
            <a:spcBef>
              <a:spcPct val="0"/>
            </a:spcBef>
            <a:spcAft>
              <a:spcPct val="35000"/>
            </a:spcAft>
            <a:buNone/>
            <a:defRPr cap="all"/>
          </a:pPr>
          <a:r>
            <a:rPr lang="en-IN" sz="3100" kern="1200">
              <a:latin typeface="Comic Sans MS" panose="030F0702030302020204" pitchFamily="66" charset="0"/>
            </a:rPr>
            <a:t>ML Model</a:t>
          </a:r>
        </a:p>
      </dsp:txBody>
      <dsp:txXfrm>
        <a:off x="7628133" y="3018902"/>
        <a:ext cx="320625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37F63A-B17B-4F8D-A5D9-FCCE12EE492C}">
      <dsp:nvSpPr>
        <dsp:cNvPr id="0" name=""/>
        <dsp:cNvSpPr/>
      </dsp:nvSpPr>
      <dsp:spPr>
        <a:xfrm rot="5400000">
          <a:off x="307315" y="3223957"/>
          <a:ext cx="897621" cy="1493621"/>
        </a:xfrm>
        <a:prstGeom prst="corner">
          <a:avLst>
            <a:gd name="adj1" fmla="val 16120"/>
            <a:gd name="adj2" fmla="val 1611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07DE3C-8D09-497B-9B0A-FF8CB0AF7D0E}">
      <dsp:nvSpPr>
        <dsp:cNvPr id="0" name=""/>
        <dsp:cNvSpPr/>
      </dsp:nvSpPr>
      <dsp:spPr>
        <a:xfrm>
          <a:off x="157480" y="3670228"/>
          <a:ext cx="1348449" cy="1181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tx1"/>
              </a:solidFill>
              <a:latin typeface="Comic Sans MS" panose="030F0702030302020204" pitchFamily="66" charset="0"/>
            </a:rPr>
            <a:t>1. Data collection</a:t>
          </a:r>
        </a:p>
      </dsp:txBody>
      <dsp:txXfrm>
        <a:off x="157480" y="3670228"/>
        <a:ext cx="1348449" cy="1181995"/>
      </dsp:txXfrm>
    </dsp:sp>
    <dsp:sp modelId="{F15B5D98-4222-4531-B939-D54864A66513}">
      <dsp:nvSpPr>
        <dsp:cNvPr id="0" name=""/>
        <dsp:cNvSpPr/>
      </dsp:nvSpPr>
      <dsp:spPr>
        <a:xfrm>
          <a:off x="1251505" y="3113995"/>
          <a:ext cx="254424" cy="254424"/>
        </a:xfrm>
        <a:prstGeom prst="triangle">
          <a:avLst>
            <a:gd name="adj" fmla="val 100000"/>
          </a:avLst>
        </a:prstGeom>
        <a:solidFill>
          <a:schemeClr val="accent3">
            <a:hueOff val="225883"/>
            <a:satOff val="8333"/>
            <a:lumOff val="-1225"/>
            <a:alphaOff val="0"/>
          </a:schemeClr>
        </a:solidFill>
        <a:ln w="12700" cap="flat" cmpd="sng" algn="ctr">
          <a:solidFill>
            <a:schemeClr val="accent3">
              <a:hueOff val="225883"/>
              <a:satOff val="8333"/>
              <a:lumOff val="-122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6242D4-92C2-446C-930A-D5135B86F2A9}">
      <dsp:nvSpPr>
        <dsp:cNvPr id="0" name=""/>
        <dsp:cNvSpPr/>
      </dsp:nvSpPr>
      <dsp:spPr>
        <a:xfrm rot="5400000">
          <a:off x="1958081" y="2815474"/>
          <a:ext cx="897621" cy="1493621"/>
        </a:xfrm>
        <a:prstGeom prst="corner">
          <a:avLst>
            <a:gd name="adj1" fmla="val 16120"/>
            <a:gd name="adj2" fmla="val 16110"/>
          </a:avLst>
        </a:prstGeom>
        <a:solidFill>
          <a:schemeClr val="accent3">
            <a:hueOff val="451767"/>
            <a:satOff val="16667"/>
            <a:lumOff val="-2451"/>
            <a:alphaOff val="0"/>
          </a:schemeClr>
        </a:solidFill>
        <a:ln w="12700" cap="flat" cmpd="sng" algn="ctr">
          <a:solidFill>
            <a:schemeClr val="accent3">
              <a:hueOff val="451767"/>
              <a:satOff val="16667"/>
              <a:lumOff val="-24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6C84B0-B83D-4677-BEA9-8DD2B3EADAD0}">
      <dsp:nvSpPr>
        <dsp:cNvPr id="0" name=""/>
        <dsp:cNvSpPr/>
      </dsp:nvSpPr>
      <dsp:spPr>
        <a:xfrm>
          <a:off x="1774703" y="3282063"/>
          <a:ext cx="1496819" cy="1181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tx1"/>
              </a:solidFill>
              <a:latin typeface="Comic Sans MS" panose="030F0702030302020204" pitchFamily="66" charset="0"/>
            </a:rPr>
            <a:t>2. Data preparation</a:t>
          </a:r>
        </a:p>
      </dsp:txBody>
      <dsp:txXfrm>
        <a:off x="1774703" y="3282063"/>
        <a:ext cx="1496819" cy="1181995"/>
      </dsp:txXfrm>
    </dsp:sp>
    <dsp:sp modelId="{BB2A9629-BD1A-409E-8251-A9B8DA5314E1}">
      <dsp:nvSpPr>
        <dsp:cNvPr id="0" name=""/>
        <dsp:cNvSpPr/>
      </dsp:nvSpPr>
      <dsp:spPr>
        <a:xfrm>
          <a:off x="2902271" y="2705512"/>
          <a:ext cx="254424" cy="254424"/>
        </a:xfrm>
        <a:prstGeom prst="triangle">
          <a:avLst>
            <a:gd name="adj" fmla="val 100000"/>
          </a:avLst>
        </a:prstGeom>
        <a:solidFill>
          <a:schemeClr val="accent3">
            <a:hueOff val="677650"/>
            <a:satOff val="25000"/>
            <a:lumOff val="-3676"/>
            <a:alphaOff val="0"/>
          </a:schemeClr>
        </a:solidFill>
        <a:ln w="12700" cap="flat" cmpd="sng" algn="ctr">
          <a:solidFill>
            <a:schemeClr val="accent3">
              <a:hueOff val="677650"/>
              <a:satOff val="25000"/>
              <a:lumOff val="-36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DC3927-3E0C-44DC-8E21-C190FBC67718}">
      <dsp:nvSpPr>
        <dsp:cNvPr id="0" name=""/>
        <dsp:cNvSpPr/>
      </dsp:nvSpPr>
      <dsp:spPr>
        <a:xfrm rot="5400000">
          <a:off x="3608847" y="2406990"/>
          <a:ext cx="897621" cy="1493621"/>
        </a:xfrm>
        <a:prstGeom prst="corner">
          <a:avLst>
            <a:gd name="adj1" fmla="val 16120"/>
            <a:gd name="adj2" fmla="val 16110"/>
          </a:avLst>
        </a:prstGeom>
        <a:solidFill>
          <a:srgbClr val="AC770D"/>
        </a:solidFill>
        <a:ln w="12700" cap="flat" cmpd="sng" algn="ctr">
          <a:solidFill>
            <a:schemeClr val="accent3">
              <a:hueOff val="903533"/>
              <a:satOff val="33333"/>
              <a:lumOff val="-4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10BA9A-DEA4-4075-9A03-B4C7CA82D359}">
      <dsp:nvSpPr>
        <dsp:cNvPr id="0" name=""/>
        <dsp:cNvSpPr/>
      </dsp:nvSpPr>
      <dsp:spPr>
        <a:xfrm>
          <a:off x="3459011" y="2853261"/>
          <a:ext cx="1348449" cy="1181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tx1"/>
              </a:solidFill>
              <a:latin typeface="Comic Sans MS" panose="030F0702030302020204" pitchFamily="66" charset="0"/>
            </a:rPr>
            <a:t>3. Choose a ML model</a:t>
          </a:r>
        </a:p>
      </dsp:txBody>
      <dsp:txXfrm>
        <a:off x="3459011" y="2853261"/>
        <a:ext cx="1348449" cy="1181995"/>
      </dsp:txXfrm>
    </dsp:sp>
    <dsp:sp modelId="{9FDD1F3A-4B31-4BEF-BF85-D18724D72895}">
      <dsp:nvSpPr>
        <dsp:cNvPr id="0" name=""/>
        <dsp:cNvSpPr/>
      </dsp:nvSpPr>
      <dsp:spPr>
        <a:xfrm>
          <a:off x="4553037" y="2297028"/>
          <a:ext cx="254424" cy="254424"/>
        </a:xfrm>
        <a:prstGeom prst="triangle">
          <a:avLst>
            <a:gd name="adj" fmla="val 100000"/>
          </a:avLst>
        </a:prstGeom>
        <a:solidFill>
          <a:schemeClr val="accent3">
            <a:hueOff val="1129416"/>
            <a:satOff val="41667"/>
            <a:lumOff val="-6127"/>
            <a:alphaOff val="0"/>
          </a:schemeClr>
        </a:solidFill>
        <a:ln w="12700" cap="flat" cmpd="sng" algn="ctr">
          <a:solidFill>
            <a:schemeClr val="accent3">
              <a:hueOff val="1129416"/>
              <a:satOff val="41667"/>
              <a:lumOff val="-612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3AF2DF-A2B6-4C93-B5B5-E25BD1979074}">
      <dsp:nvSpPr>
        <dsp:cNvPr id="0" name=""/>
        <dsp:cNvSpPr/>
      </dsp:nvSpPr>
      <dsp:spPr>
        <a:xfrm rot="5400000">
          <a:off x="5259612" y="1998506"/>
          <a:ext cx="897621" cy="1493621"/>
        </a:xfrm>
        <a:prstGeom prst="corner">
          <a:avLst>
            <a:gd name="adj1" fmla="val 16120"/>
            <a:gd name="adj2" fmla="val 16110"/>
          </a:avLst>
        </a:prstGeom>
        <a:solidFill>
          <a:schemeClr val="accent3">
            <a:hueOff val="1355300"/>
            <a:satOff val="50000"/>
            <a:lumOff val="-7353"/>
            <a:alphaOff val="0"/>
          </a:schemeClr>
        </a:solidFill>
        <a:ln w="12700" cap="flat" cmpd="sng" algn="ctr">
          <a:solidFill>
            <a:schemeClr val="accent3">
              <a:hueOff val="1355300"/>
              <a:satOff val="50000"/>
              <a:lumOff val="-7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6E417D-E404-41E0-B6B9-4676170C39B7}">
      <dsp:nvSpPr>
        <dsp:cNvPr id="0" name=""/>
        <dsp:cNvSpPr/>
      </dsp:nvSpPr>
      <dsp:spPr>
        <a:xfrm>
          <a:off x="5109777" y="2444777"/>
          <a:ext cx="1348449" cy="1181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tx1"/>
              </a:solidFill>
              <a:latin typeface="Comic Sans MS" panose="030F0702030302020204" pitchFamily="66" charset="0"/>
            </a:rPr>
            <a:t>4. Train the model</a:t>
          </a:r>
        </a:p>
      </dsp:txBody>
      <dsp:txXfrm>
        <a:off x="5109777" y="2444777"/>
        <a:ext cx="1348449" cy="1181995"/>
      </dsp:txXfrm>
    </dsp:sp>
    <dsp:sp modelId="{45CC6E95-BC83-44AE-9768-04350C55EE16}">
      <dsp:nvSpPr>
        <dsp:cNvPr id="0" name=""/>
        <dsp:cNvSpPr/>
      </dsp:nvSpPr>
      <dsp:spPr>
        <a:xfrm>
          <a:off x="6203802" y="1888544"/>
          <a:ext cx="254424" cy="254424"/>
        </a:xfrm>
        <a:prstGeom prst="triangle">
          <a:avLst>
            <a:gd name="adj" fmla="val 100000"/>
          </a:avLst>
        </a:prstGeom>
        <a:solidFill>
          <a:schemeClr val="accent3">
            <a:hueOff val="1581183"/>
            <a:satOff val="58333"/>
            <a:lumOff val="-8578"/>
            <a:alphaOff val="0"/>
          </a:schemeClr>
        </a:solidFill>
        <a:ln w="12700" cap="flat" cmpd="sng" algn="ctr">
          <a:solidFill>
            <a:schemeClr val="accent3">
              <a:hueOff val="1581183"/>
              <a:satOff val="58333"/>
              <a:lumOff val="-857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BCA329-7F76-43E7-956E-21E151A4451A}">
      <dsp:nvSpPr>
        <dsp:cNvPr id="0" name=""/>
        <dsp:cNvSpPr/>
      </dsp:nvSpPr>
      <dsp:spPr>
        <a:xfrm rot="5400000">
          <a:off x="6910378" y="1590023"/>
          <a:ext cx="897621" cy="1493621"/>
        </a:xfrm>
        <a:prstGeom prst="corner">
          <a:avLst>
            <a:gd name="adj1" fmla="val 16120"/>
            <a:gd name="adj2" fmla="val 16110"/>
          </a:avLst>
        </a:prstGeom>
        <a:solidFill>
          <a:schemeClr val="accent3">
            <a:hueOff val="1807066"/>
            <a:satOff val="66667"/>
            <a:lumOff val="-9804"/>
            <a:alphaOff val="0"/>
          </a:schemeClr>
        </a:solidFill>
        <a:ln w="12700" cap="flat" cmpd="sng" algn="ctr">
          <a:solidFill>
            <a:schemeClr val="accent3">
              <a:hueOff val="1807066"/>
              <a:satOff val="66667"/>
              <a:lumOff val="-980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747E33-537E-454F-8C2F-F67E1FA7924D}">
      <dsp:nvSpPr>
        <dsp:cNvPr id="0" name=""/>
        <dsp:cNvSpPr/>
      </dsp:nvSpPr>
      <dsp:spPr>
        <a:xfrm>
          <a:off x="6760543" y="2036294"/>
          <a:ext cx="1348449" cy="1181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tx1"/>
              </a:solidFill>
              <a:latin typeface="Comic Sans MS" panose="030F0702030302020204" pitchFamily="66" charset="0"/>
            </a:rPr>
            <a:t>5. Evaluate the model</a:t>
          </a:r>
        </a:p>
      </dsp:txBody>
      <dsp:txXfrm>
        <a:off x="6760543" y="2036294"/>
        <a:ext cx="1348449" cy="1181995"/>
      </dsp:txXfrm>
    </dsp:sp>
    <dsp:sp modelId="{92BDEB0D-B153-4DB4-B8B3-FC7D0362999A}">
      <dsp:nvSpPr>
        <dsp:cNvPr id="0" name=""/>
        <dsp:cNvSpPr/>
      </dsp:nvSpPr>
      <dsp:spPr>
        <a:xfrm>
          <a:off x="7854568" y="1480061"/>
          <a:ext cx="254424" cy="254424"/>
        </a:xfrm>
        <a:prstGeom prst="triangle">
          <a:avLst>
            <a:gd name="adj" fmla="val 100000"/>
          </a:avLst>
        </a:prstGeom>
        <a:solidFill>
          <a:schemeClr val="accent3">
            <a:hueOff val="2032949"/>
            <a:satOff val="75000"/>
            <a:lumOff val="-11029"/>
            <a:alphaOff val="0"/>
          </a:schemeClr>
        </a:solidFill>
        <a:ln w="12700" cap="flat" cmpd="sng" algn="ctr">
          <a:solidFill>
            <a:schemeClr val="accent3">
              <a:hueOff val="2032949"/>
              <a:satOff val="75000"/>
              <a:lumOff val="-1102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A6F671-42FA-4C37-9B11-2838569C8F11}">
      <dsp:nvSpPr>
        <dsp:cNvPr id="0" name=""/>
        <dsp:cNvSpPr/>
      </dsp:nvSpPr>
      <dsp:spPr>
        <a:xfrm rot="5400000">
          <a:off x="8599861" y="1181539"/>
          <a:ext cx="897621" cy="1493621"/>
        </a:xfrm>
        <a:prstGeom prst="corner">
          <a:avLst>
            <a:gd name="adj1" fmla="val 16120"/>
            <a:gd name="adj2" fmla="val 16110"/>
          </a:avLst>
        </a:prstGeom>
        <a:solidFill>
          <a:schemeClr val="accent3">
            <a:hueOff val="2258833"/>
            <a:satOff val="83333"/>
            <a:lumOff val="-12255"/>
            <a:alphaOff val="0"/>
          </a:schemeClr>
        </a:solidFill>
        <a:ln w="12700" cap="flat" cmpd="sng" algn="ctr">
          <a:solidFill>
            <a:schemeClr val="accent3">
              <a:hueOff val="2258833"/>
              <a:satOff val="83333"/>
              <a:lumOff val="-1225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836ADD-9EA4-4DF3-8502-89D894B85155}">
      <dsp:nvSpPr>
        <dsp:cNvPr id="0" name=""/>
        <dsp:cNvSpPr/>
      </dsp:nvSpPr>
      <dsp:spPr>
        <a:xfrm>
          <a:off x="8415546" y="1718682"/>
          <a:ext cx="1722212" cy="1181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tx1"/>
              </a:solidFill>
              <a:latin typeface="Comic Sans MS" panose="030F0702030302020204" pitchFamily="66" charset="0"/>
            </a:rPr>
            <a:t>6. Parameter tuning</a:t>
          </a:r>
        </a:p>
      </dsp:txBody>
      <dsp:txXfrm>
        <a:off x="8415546" y="1718682"/>
        <a:ext cx="1722212" cy="1181995"/>
      </dsp:txXfrm>
    </dsp:sp>
    <dsp:sp modelId="{C0A77F95-5DE9-4C11-B456-845126EAD00E}">
      <dsp:nvSpPr>
        <dsp:cNvPr id="0" name=""/>
        <dsp:cNvSpPr/>
      </dsp:nvSpPr>
      <dsp:spPr>
        <a:xfrm>
          <a:off x="9544051" y="1071577"/>
          <a:ext cx="254424" cy="254424"/>
        </a:xfrm>
        <a:prstGeom prst="triangle">
          <a:avLst>
            <a:gd name="adj" fmla="val 100000"/>
          </a:avLst>
        </a:prstGeom>
        <a:solidFill>
          <a:schemeClr val="accent3">
            <a:hueOff val="2484716"/>
            <a:satOff val="91667"/>
            <a:lumOff val="-13480"/>
            <a:alphaOff val="0"/>
          </a:schemeClr>
        </a:solidFill>
        <a:ln w="12700" cap="flat" cmpd="sng" algn="ctr">
          <a:solidFill>
            <a:schemeClr val="accent3">
              <a:hueOff val="2484716"/>
              <a:satOff val="91667"/>
              <a:lumOff val="-1348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0932F6-0DC2-4311-9F7D-BEBE91AD96BC}">
      <dsp:nvSpPr>
        <dsp:cNvPr id="0" name=""/>
        <dsp:cNvSpPr/>
      </dsp:nvSpPr>
      <dsp:spPr>
        <a:xfrm rot="5400000">
          <a:off x="10211910" y="773056"/>
          <a:ext cx="897621" cy="1493621"/>
        </a:xfrm>
        <a:prstGeom prst="corner">
          <a:avLst>
            <a:gd name="adj1" fmla="val 16120"/>
            <a:gd name="adj2" fmla="val 16110"/>
          </a:avLst>
        </a:prstGeom>
        <a:solidFill>
          <a:schemeClr val="accent3">
            <a:hueOff val="2710599"/>
            <a:satOff val="100000"/>
            <a:lumOff val="-14706"/>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604DC8-01F6-4A09-8F04-1F6B7FD34130}">
      <dsp:nvSpPr>
        <dsp:cNvPr id="0" name=""/>
        <dsp:cNvSpPr/>
      </dsp:nvSpPr>
      <dsp:spPr>
        <a:xfrm>
          <a:off x="10062074" y="1219326"/>
          <a:ext cx="1348449" cy="1181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solidFill>
                <a:schemeClr val="tx1"/>
              </a:solidFill>
              <a:latin typeface="Comic Sans MS" panose="030F0702030302020204" pitchFamily="66" charset="0"/>
            </a:rPr>
            <a:t>7. Make predictions</a:t>
          </a:r>
        </a:p>
      </dsp:txBody>
      <dsp:txXfrm>
        <a:off x="10062074" y="1219326"/>
        <a:ext cx="1348449" cy="118199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9931A-3716-4A71-88FE-DA56FDE541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9066A20-2027-484B-93ED-72760A9AC8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25D25F5-A54C-4159-8CEF-0DD26ADF9009}"/>
              </a:ext>
            </a:extLst>
          </p:cNvPr>
          <p:cNvSpPr>
            <a:spLocks noGrp="1"/>
          </p:cNvSpPr>
          <p:nvPr>
            <p:ph type="dt" sz="half" idx="10"/>
          </p:nvPr>
        </p:nvSpPr>
        <p:spPr/>
        <p:txBody>
          <a:bodyPr/>
          <a:lstStyle/>
          <a:p>
            <a:fld id="{1590FE8F-66D4-4AAE-9939-03EDB3D40597}" type="datetimeFigureOut">
              <a:rPr lang="en-IN" smtClean="0"/>
              <a:t>30/10/25</a:t>
            </a:fld>
            <a:endParaRPr lang="en-IN"/>
          </a:p>
        </p:txBody>
      </p:sp>
      <p:sp>
        <p:nvSpPr>
          <p:cNvPr id="5" name="Footer Placeholder 4">
            <a:extLst>
              <a:ext uri="{FF2B5EF4-FFF2-40B4-BE49-F238E27FC236}">
                <a16:creationId xmlns:a16="http://schemas.microsoft.com/office/drawing/2014/main" id="{7776513D-D4F8-4117-B943-B7A24D3705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7CA25D-1FC5-45E0-B823-AD1F8816F58A}"/>
              </a:ext>
            </a:extLst>
          </p:cNvPr>
          <p:cNvSpPr>
            <a:spLocks noGrp="1"/>
          </p:cNvSpPr>
          <p:nvPr>
            <p:ph type="sldNum" sz="quarter" idx="12"/>
          </p:nvPr>
        </p:nvSpPr>
        <p:spPr/>
        <p:txBody>
          <a:bodyPr/>
          <a:lstStyle/>
          <a:p>
            <a:fld id="{FE1E8191-7C1A-40AA-B0E0-66FE9C1BBC31}" type="slidenum">
              <a:rPr lang="en-IN" smtClean="0"/>
              <a:t>‹#›</a:t>
            </a:fld>
            <a:endParaRPr lang="en-IN"/>
          </a:p>
        </p:txBody>
      </p:sp>
    </p:spTree>
    <p:extLst>
      <p:ext uri="{BB962C8B-B14F-4D97-AF65-F5344CB8AC3E}">
        <p14:creationId xmlns:p14="http://schemas.microsoft.com/office/powerpoint/2010/main" val="1224231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F94CC-A305-4E4C-B3E7-B2589D9991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977900-F07E-482E-A4AD-18F5D32C4C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83419C-33C4-4222-845E-9C84D725A607}"/>
              </a:ext>
            </a:extLst>
          </p:cNvPr>
          <p:cNvSpPr>
            <a:spLocks noGrp="1"/>
          </p:cNvSpPr>
          <p:nvPr>
            <p:ph type="dt" sz="half" idx="10"/>
          </p:nvPr>
        </p:nvSpPr>
        <p:spPr/>
        <p:txBody>
          <a:bodyPr/>
          <a:lstStyle/>
          <a:p>
            <a:fld id="{1590FE8F-66D4-4AAE-9939-03EDB3D40597}" type="datetimeFigureOut">
              <a:rPr lang="en-IN" smtClean="0"/>
              <a:t>30/10/25</a:t>
            </a:fld>
            <a:endParaRPr lang="en-IN"/>
          </a:p>
        </p:txBody>
      </p:sp>
      <p:sp>
        <p:nvSpPr>
          <p:cNvPr id="5" name="Footer Placeholder 4">
            <a:extLst>
              <a:ext uri="{FF2B5EF4-FFF2-40B4-BE49-F238E27FC236}">
                <a16:creationId xmlns:a16="http://schemas.microsoft.com/office/drawing/2014/main" id="{A1BE452B-9871-4ADD-B493-EDA9CD33D1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5FF8C1-7485-4B69-A4A4-4D032D14D830}"/>
              </a:ext>
            </a:extLst>
          </p:cNvPr>
          <p:cNvSpPr>
            <a:spLocks noGrp="1"/>
          </p:cNvSpPr>
          <p:nvPr>
            <p:ph type="sldNum" sz="quarter" idx="12"/>
          </p:nvPr>
        </p:nvSpPr>
        <p:spPr/>
        <p:txBody>
          <a:bodyPr/>
          <a:lstStyle/>
          <a:p>
            <a:fld id="{FE1E8191-7C1A-40AA-B0E0-66FE9C1BBC31}" type="slidenum">
              <a:rPr lang="en-IN" smtClean="0"/>
              <a:t>‹#›</a:t>
            </a:fld>
            <a:endParaRPr lang="en-IN"/>
          </a:p>
        </p:txBody>
      </p:sp>
    </p:spTree>
    <p:extLst>
      <p:ext uri="{BB962C8B-B14F-4D97-AF65-F5344CB8AC3E}">
        <p14:creationId xmlns:p14="http://schemas.microsoft.com/office/powerpoint/2010/main" val="3724511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63CA3-9004-4145-B5D3-4708967B1B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66C8086-12C9-4BB5-A360-5C32E45235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67434B-A713-431F-85D3-08DBE11908A9}"/>
              </a:ext>
            </a:extLst>
          </p:cNvPr>
          <p:cNvSpPr>
            <a:spLocks noGrp="1"/>
          </p:cNvSpPr>
          <p:nvPr>
            <p:ph type="dt" sz="half" idx="10"/>
          </p:nvPr>
        </p:nvSpPr>
        <p:spPr/>
        <p:txBody>
          <a:bodyPr/>
          <a:lstStyle/>
          <a:p>
            <a:fld id="{1590FE8F-66D4-4AAE-9939-03EDB3D40597}" type="datetimeFigureOut">
              <a:rPr lang="en-IN" smtClean="0"/>
              <a:t>30/10/25</a:t>
            </a:fld>
            <a:endParaRPr lang="en-IN"/>
          </a:p>
        </p:txBody>
      </p:sp>
      <p:sp>
        <p:nvSpPr>
          <p:cNvPr id="5" name="Footer Placeholder 4">
            <a:extLst>
              <a:ext uri="{FF2B5EF4-FFF2-40B4-BE49-F238E27FC236}">
                <a16:creationId xmlns:a16="http://schemas.microsoft.com/office/drawing/2014/main" id="{79EC8FFD-7576-4514-ADB3-4539260676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7157BD-4194-4502-841C-9F66923B6DE6}"/>
              </a:ext>
            </a:extLst>
          </p:cNvPr>
          <p:cNvSpPr>
            <a:spLocks noGrp="1"/>
          </p:cNvSpPr>
          <p:nvPr>
            <p:ph type="sldNum" sz="quarter" idx="12"/>
          </p:nvPr>
        </p:nvSpPr>
        <p:spPr/>
        <p:txBody>
          <a:bodyPr/>
          <a:lstStyle/>
          <a:p>
            <a:fld id="{FE1E8191-7C1A-40AA-B0E0-66FE9C1BBC31}" type="slidenum">
              <a:rPr lang="en-IN" smtClean="0"/>
              <a:t>‹#›</a:t>
            </a:fld>
            <a:endParaRPr lang="en-IN"/>
          </a:p>
        </p:txBody>
      </p:sp>
    </p:spTree>
    <p:extLst>
      <p:ext uri="{BB962C8B-B14F-4D97-AF65-F5344CB8AC3E}">
        <p14:creationId xmlns:p14="http://schemas.microsoft.com/office/powerpoint/2010/main" val="1212134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3319-5D58-4BBF-949A-4006AFDF60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F3987B-1287-46D3-A7E4-C82F8629AD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4D6625-0274-4EBA-ADED-1AA4C6088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A179929-C6C2-40B6-B240-7BC41B5CC9A5}"/>
              </a:ext>
            </a:extLst>
          </p:cNvPr>
          <p:cNvSpPr>
            <a:spLocks noGrp="1"/>
          </p:cNvSpPr>
          <p:nvPr>
            <p:ph type="dt" sz="half" idx="10"/>
          </p:nvPr>
        </p:nvSpPr>
        <p:spPr/>
        <p:txBody>
          <a:bodyPr/>
          <a:lstStyle/>
          <a:p>
            <a:fld id="{1590FE8F-66D4-4AAE-9939-03EDB3D40597}" type="datetimeFigureOut">
              <a:rPr lang="en-IN" smtClean="0"/>
              <a:t>30/10/25</a:t>
            </a:fld>
            <a:endParaRPr lang="en-IN"/>
          </a:p>
        </p:txBody>
      </p:sp>
      <p:sp>
        <p:nvSpPr>
          <p:cNvPr id="6" name="Footer Placeholder 5">
            <a:extLst>
              <a:ext uri="{FF2B5EF4-FFF2-40B4-BE49-F238E27FC236}">
                <a16:creationId xmlns:a16="http://schemas.microsoft.com/office/drawing/2014/main" id="{E1A7E1BF-53C5-4D21-A411-C8CC65A614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C31B62-799F-46B5-B85F-89A18687B361}"/>
              </a:ext>
            </a:extLst>
          </p:cNvPr>
          <p:cNvSpPr>
            <a:spLocks noGrp="1"/>
          </p:cNvSpPr>
          <p:nvPr>
            <p:ph type="sldNum" sz="quarter" idx="12"/>
          </p:nvPr>
        </p:nvSpPr>
        <p:spPr/>
        <p:txBody>
          <a:bodyPr/>
          <a:lstStyle/>
          <a:p>
            <a:fld id="{FE1E8191-7C1A-40AA-B0E0-66FE9C1BBC31}" type="slidenum">
              <a:rPr lang="en-IN" smtClean="0"/>
              <a:t>‹#›</a:t>
            </a:fld>
            <a:endParaRPr lang="en-IN"/>
          </a:p>
        </p:txBody>
      </p:sp>
    </p:spTree>
    <p:extLst>
      <p:ext uri="{BB962C8B-B14F-4D97-AF65-F5344CB8AC3E}">
        <p14:creationId xmlns:p14="http://schemas.microsoft.com/office/powerpoint/2010/main" val="1285877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5DB9-E380-447B-AABF-47B91B04974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2871B4-0B8A-4170-9C13-6DD2382368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FA6BC1-2110-45A9-A578-73FED06843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989677-5386-4BDE-8996-146878B036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53B693-D283-4325-A869-859CBFC54F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700282-638A-4EE7-A3B8-76B092CEE641}"/>
              </a:ext>
            </a:extLst>
          </p:cNvPr>
          <p:cNvSpPr>
            <a:spLocks noGrp="1"/>
          </p:cNvSpPr>
          <p:nvPr>
            <p:ph type="dt" sz="half" idx="10"/>
          </p:nvPr>
        </p:nvSpPr>
        <p:spPr/>
        <p:txBody>
          <a:bodyPr/>
          <a:lstStyle/>
          <a:p>
            <a:fld id="{1590FE8F-66D4-4AAE-9939-03EDB3D40597}" type="datetimeFigureOut">
              <a:rPr lang="en-IN" smtClean="0"/>
              <a:t>30/10/25</a:t>
            </a:fld>
            <a:endParaRPr lang="en-IN"/>
          </a:p>
        </p:txBody>
      </p:sp>
      <p:sp>
        <p:nvSpPr>
          <p:cNvPr id="8" name="Footer Placeholder 7">
            <a:extLst>
              <a:ext uri="{FF2B5EF4-FFF2-40B4-BE49-F238E27FC236}">
                <a16:creationId xmlns:a16="http://schemas.microsoft.com/office/drawing/2014/main" id="{2A5DCA1D-EDBE-4B46-9E02-6F2E7AF516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ED8263E-5784-48E9-8CC7-D478A282AF93}"/>
              </a:ext>
            </a:extLst>
          </p:cNvPr>
          <p:cNvSpPr>
            <a:spLocks noGrp="1"/>
          </p:cNvSpPr>
          <p:nvPr>
            <p:ph type="sldNum" sz="quarter" idx="12"/>
          </p:nvPr>
        </p:nvSpPr>
        <p:spPr/>
        <p:txBody>
          <a:bodyPr/>
          <a:lstStyle/>
          <a:p>
            <a:fld id="{FE1E8191-7C1A-40AA-B0E0-66FE9C1BBC31}" type="slidenum">
              <a:rPr lang="en-IN" smtClean="0"/>
              <a:t>‹#›</a:t>
            </a:fld>
            <a:endParaRPr lang="en-IN"/>
          </a:p>
        </p:txBody>
      </p:sp>
    </p:spTree>
    <p:extLst>
      <p:ext uri="{BB962C8B-B14F-4D97-AF65-F5344CB8AC3E}">
        <p14:creationId xmlns:p14="http://schemas.microsoft.com/office/powerpoint/2010/main" val="1719597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46F57-5A1D-4F01-9E3D-6C4ADF894A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C5AC0B-3B5E-4519-A1C2-46A480F645AD}"/>
              </a:ext>
            </a:extLst>
          </p:cNvPr>
          <p:cNvSpPr>
            <a:spLocks noGrp="1"/>
          </p:cNvSpPr>
          <p:nvPr>
            <p:ph type="dt" sz="half" idx="10"/>
          </p:nvPr>
        </p:nvSpPr>
        <p:spPr/>
        <p:txBody>
          <a:bodyPr/>
          <a:lstStyle/>
          <a:p>
            <a:fld id="{1590FE8F-66D4-4AAE-9939-03EDB3D40597}" type="datetimeFigureOut">
              <a:rPr lang="en-IN" smtClean="0"/>
              <a:t>30/10/25</a:t>
            </a:fld>
            <a:endParaRPr lang="en-IN"/>
          </a:p>
        </p:txBody>
      </p:sp>
      <p:sp>
        <p:nvSpPr>
          <p:cNvPr id="4" name="Footer Placeholder 3">
            <a:extLst>
              <a:ext uri="{FF2B5EF4-FFF2-40B4-BE49-F238E27FC236}">
                <a16:creationId xmlns:a16="http://schemas.microsoft.com/office/drawing/2014/main" id="{2C93F676-5606-4635-8024-751563690E6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75054B1-922F-4824-B3D3-737AE5C8C596}"/>
              </a:ext>
            </a:extLst>
          </p:cNvPr>
          <p:cNvSpPr>
            <a:spLocks noGrp="1"/>
          </p:cNvSpPr>
          <p:nvPr>
            <p:ph type="sldNum" sz="quarter" idx="12"/>
          </p:nvPr>
        </p:nvSpPr>
        <p:spPr/>
        <p:txBody>
          <a:bodyPr/>
          <a:lstStyle/>
          <a:p>
            <a:fld id="{FE1E8191-7C1A-40AA-B0E0-66FE9C1BBC31}" type="slidenum">
              <a:rPr lang="en-IN" smtClean="0"/>
              <a:t>‹#›</a:t>
            </a:fld>
            <a:endParaRPr lang="en-IN"/>
          </a:p>
        </p:txBody>
      </p:sp>
    </p:spTree>
    <p:extLst>
      <p:ext uri="{BB962C8B-B14F-4D97-AF65-F5344CB8AC3E}">
        <p14:creationId xmlns:p14="http://schemas.microsoft.com/office/powerpoint/2010/main" val="1432756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9F5573-B207-4F86-8503-A7EA247AD7DE}"/>
              </a:ext>
            </a:extLst>
          </p:cNvPr>
          <p:cNvSpPr>
            <a:spLocks noGrp="1"/>
          </p:cNvSpPr>
          <p:nvPr>
            <p:ph type="dt" sz="half" idx="10"/>
          </p:nvPr>
        </p:nvSpPr>
        <p:spPr/>
        <p:txBody>
          <a:bodyPr/>
          <a:lstStyle/>
          <a:p>
            <a:fld id="{1590FE8F-66D4-4AAE-9939-03EDB3D40597}" type="datetimeFigureOut">
              <a:rPr lang="en-IN" smtClean="0"/>
              <a:t>30/10/25</a:t>
            </a:fld>
            <a:endParaRPr lang="en-IN"/>
          </a:p>
        </p:txBody>
      </p:sp>
      <p:sp>
        <p:nvSpPr>
          <p:cNvPr id="3" name="Footer Placeholder 2">
            <a:extLst>
              <a:ext uri="{FF2B5EF4-FFF2-40B4-BE49-F238E27FC236}">
                <a16:creationId xmlns:a16="http://schemas.microsoft.com/office/drawing/2014/main" id="{95326C8E-B7CE-4DC7-BB52-EF1417368C1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90545DA-35E7-46AA-9447-FF53FB2756BE}"/>
              </a:ext>
            </a:extLst>
          </p:cNvPr>
          <p:cNvSpPr>
            <a:spLocks noGrp="1"/>
          </p:cNvSpPr>
          <p:nvPr>
            <p:ph type="sldNum" sz="quarter" idx="12"/>
          </p:nvPr>
        </p:nvSpPr>
        <p:spPr/>
        <p:txBody>
          <a:bodyPr/>
          <a:lstStyle/>
          <a:p>
            <a:fld id="{FE1E8191-7C1A-40AA-B0E0-66FE9C1BBC31}" type="slidenum">
              <a:rPr lang="en-IN" smtClean="0"/>
              <a:t>‹#›</a:t>
            </a:fld>
            <a:endParaRPr lang="en-IN"/>
          </a:p>
        </p:txBody>
      </p:sp>
    </p:spTree>
    <p:extLst>
      <p:ext uri="{BB962C8B-B14F-4D97-AF65-F5344CB8AC3E}">
        <p14:creationId xmlns:p14="http://schemas.microsoft.com/office/powerpoint/2010/main" val="4045928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500B1-2521-4BA0-90B7-6091EAB3C4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C4B6F6-B6B4-4ECF-A955-576639360E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C80D900-E998-4B3A-8FA2-F98C36DBE8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239A89-5E8F-46D3-8C92-EABEA24CEDD3}"/>
              </a:ext>
            </a:extLst>
          </p:cNvPr>
          <p:cNvSpPr>
            <a:spLocks noGrp="1"/>
          </p:cNvSpPr>
          <p:nvPr>
            <p:ph type="dt" sz="half" idx="10"/>
          </p:nvPr>
        </p:nvSpPr>
        <p:spPr/>
        <p:txBody>
          <a:bodyPr/>
          <a:lstStyle/>
          <a:p>
            <a:fld id="{1590FE8F-66D4-4AAE-9939-03EDB3D40597}" type="datetimeFigureOut">
              <a:rPr lang="en-IN" smtClean="0"/>
              <a:t>30/10/25</a:t>
            </a:fld>
            <a:endParaRPr lang="en-IN"/>
          </a:p>
        </p:txBody>
      </p:sp>
      <p:sp>
        <p:nvSpPr>
          <p:cNvPr id="6" name="Footer Placeholder 5">
            <a:extLst>
              <a:ext uri="{FF2B5EF4-FFF2-40B4-BE49-F238E27FC236}">
                <a16:creationId xmlns:a16="http://schemas.microsoft.com/office/drawing/2014/main" id="{1CDF63DF-E868-4E30-9D52-75574D813B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D292BA-3B46-4CAB-8FFD-28CDC4BB8DB0}"/>
              </a:ext>
            </a:extLst>
          </p:cNvPr>
          <p:cNvSpPr>
            <a:spLocks noGrp="1"/>
          </p:cNvSpPr>
          <p:nvPr>
            <p:ph type="sldNum" sz="quarter" idx="12"/>
          </p:nvPr>
        </p:nvSpPr>
        <p:spPr/>
        <p:txBody>
          <a:bodyPr/>
          <a:lstStyle/>
          <a:p>
            <a:fld id="{FE1E8191-7C1A-40AA-B0E0-66FE9C1BBC31}" type="slidenum">
              <a:rPr lang="en-IN" smtClean="0"/>
              <a:t>‹#›</a:t>
            </a:fld>
            <a:endParaRPr lang="en-IN"/>
          </a:p>
        </p:txBody>
      </p:sp>
    </p:spTree>
    <p:extLst>
      <p:ext uri="{BB962C8B-B14F-4D97-AF65-F5344CB8AC3E}">
        <p14:creationId xmlns:p14="http://schemas.microsoft.com/office/powerpoint/2010/main" val="3162262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ED6F7-8E7E-45FC-A4BF-EB733A7C86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13262B-65F1-4E35-A8ED-58778C5098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9DA6B08-1F58-4BAF-9090-B0E5FF966C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247447-BA50-4F23-A1D4-34FE52E573E5}"/>
              </a:ext>
            </a:extLst>
          </p:cNvPr>
          <p:cNvSpPr>
            <a:spLocks noGrp="1"/>
          </p:cNvSpPr>
          <p:nvPr>
            <p:ph type="dt" sz="half" idx="10"/>
          </p:nvPr>
        </p:nvSpPr>
        <p:spPr/>
        <p:txBody>
          <a:bodyPr/>
          <a:lstStyle/>
          <a:p>
            <a:fld id="{1590FE8F-66D4-4AAE-9939-03EDB3D40597}" type="datetimeFigureOut">
              <a:rPr lang="en-IN" smtClean="0"/>
              <a:t>30/10/25</a:t>
            </a:fld>
            <a:endParaRPr lang="en-IN"/>
          </a:p>
        </p:txBody>
      </p:sp>
      <p:sp>
        <p:nvSpPr>
          <p:cNvPr id="6" name="Footer Placeholder 5">
            <a:extLst>
              <a:ext uri="{FF2B5EF4-FFF2-40B4-BE49-F238E27FC236}">
                <a16:creationId xmlns:a16="http://schemas.microsoft.com/office/drawing/2014/main" id="{7C7C5758-24E3-45B6-84DA-3F03F0A8AA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BA5B90-B5A3-4A91-8F4F-53A4056EB0FC}"/>
              </a:ext>
            </a:extLst>
          </p:cNvPr>
          <p:cNvSpPr>
            <a:spLocks noGrp="1"/>
          </p:cNvSpPr>
          <p:nvPr>
            <p:ph type="sldNum" sz="quarter" idx="12"/>
          </p:nvPr>
        </p:nvSpPr>
        <p:spPr/>
        <p:txBody>
          <a:bodyPr/>
          <a:lstStyle/>
          <a:p>
            <a:fld id="{FE1E8191-7C1A-40AA-B0E0-66FE9C1BBC31}" type="slidenum">
              <a:rPr lang="en-IN" smtClean="0"/>
              <a:t>‹#›</a:t>
            </a:fld>
            <a:endParaRPr lang="en-IN"/>
          </a:p>
        </p:txBody>
      </p:sp>
    </p:spTree>
    <p:extLst>
      <p:ext uri="{BB962C8B-B14F-4D97-AF65-F5344CB8AC3E}">
        <p14:creationId xmlns:p14="http://schemas.microsoft.com/office/powerpoint/2010/main" val="2819272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9F9EB-A474-4BE8-8477-F22FA451109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833BE6-0602-476D-88B3-0864C79A51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9FC0B1-3A5A-49C7-A3B4-30349B988C0A}"/>
              </a:ext>
            </a:extLst>
          </p:cNvPr>
          <p:cNvSpPr>
            <a:spLocks noGrp="1"/>
          </p:cNvSpPr>
          <p:nvPr>
            <p:ph type="dt" sz="half" idx="10"/>
          </p:nvPr>
        </p:nvSpPr>
        <p:spPr/>
        <p:txBody>
          <a:bodyPr/>
          <a:lstStyle/>
          <a:p>
            <a:fld id="{1590FE8F-66D4-4AAE-9939-03EDB3D40597}" type="datetimeFigureOut">
              <a:rPr lang="en-IN" smtClean="0"/>
              <a:t>30/10/25</a:t>
            </a:fld>
            <a:endParaRPr lang="en-IN"/>
          </a:p>
        </p:txBody>
      </p:sp>
      <p:sp>
        <p:nvSpPr>
          <p:cNvPr id="5" name="Footer Placeholder 4">
            <a:extLst>
              <a:ext uri="{FF2B5EF4-FFF2-40B4-BE49-F238E27FC236}">
                <a16:creationId xmlns:a16="http://schemas.microsoft.com/office/drawing/2014/main" id="{26D1D498-C346-4BFD-AA16-40E323DA61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66A5E9-AD8F-4C28-AC52-7B34D872A193}"/>
              </a:ext>
            </a:extLst>
          </p:cNvPr>
          <p:cNvSpPr>
            <a:spLocks noGrp="1"/>
          </p:cNvSpPr>
          <p:nvPr>
            <p:ph type="sldNum" sz="quarter" idx="12"/>
          </p:nvPr>
        </p:nvSpPr>
        <p:spPr/>
        <p:txBody>
          <a:bodyPr/>
          <a:lstStyle/>
          <a:p>
            <a:fld id="{FE1E8191-7C1A-40AA-B0E0-66FE9C1BBC31}" type="slidenum">
              <a:rPr lang="en-IN" smtClean="0"/>
              <a:t>‹#›</a:t>
            </a:fld>
            <a:endParaRPr lang="en-IN"/>
          </a:p>
        </p:txBody>
      </p:sp>
    </p:spTree>
    <p:extLst>
      <p:ext uri="{BB962C8B-B14F-4D97-AF65-F5344CB8AC3E}">
        <p14:creationId xmlns:p14="http://schemas.microsoft.com/office/powerpoint/2010/main" val="359369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E60DDD-1D29-4AE9-824B-5166A8F27C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1FE8A9-5C7D-4752-A2DE-661ADE79F4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9A2A07-AB6D-4233-8146-B2C8A6835B16}"/>
              </a:ext>
            </a:extLst>
          </p:cNvPr>
          <p:cNvSpPr>
            <a:spLocks noGrp="1"/>
          </p:cNvSpPr>
          <p:nvPr>
            <p:ph type="dt" sz="half" idx="10"/>
          </p:nvPr>
        </p:nvSpPr>
        <p:spPr/>
        <p:txBody>
          <a:bodyPr/>
          <a:lstStyle/>
          <a:p>
            <a:fld id="{1590FE8F-66D4-4AAE-9939-03EDB3D40597}" type="datetimeFigureOut">
              <a:rPr lang="en-IN" smtClean="0"/>
              <a:t>30/10/25</a:t>
            </a:fld>
            <a:endParaRPr lang="en-IN"/>
          </a:p>
        </p:txBody>
      </p:sp>
      <p:sp>
        <p:nvSpPr>
          <p:cNvPr id="5" name="Footer Placeholder 4">
            <a:extLst>
              <a:ext uri="{FF2B5EF4-FFF2-40B4-BE49-F238E27FC236}">
                <a16:creationId xmlns:a16="http://schemas.microsoft.com/office/drawing/2014/main" id="{47ACAE6F-9014-4949-835E-7A081B074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244BE0-152D-41D0-B43A-17953CD51DA1}"/>
              </a:ext>
            </a:extLst>
          </p:cNvPr>
          <p:cNvSpPr>
            <a:spLocks noGrp="1"/>
          </p:cNvSpPr>
          <p:nvPr>
            <p:ph type="sldNum" sz="quarter" idx="12"/>
          </p:nvPr>
        </p:nvSpPr>
        <p:spPr/>
        <p:txBody>
          <a:bodyPr/>
          <a:lstStyle/>
          <a:p>
            <a:fld id="{FE1E8191-7C1A-40AA-B0E0-66FE9C1BBC31}" type="slidenum">
              <a:rPr lang="en-IN" smtClean="0"/>
              <a:t>‹#›</a:t>
            </a:fld>
            <a:endParaRPr lang="en-IN"/>
          </a:p>
        </p:txBody>
      </p:sp>
    </p:spTree>
    <p:extLst>
      <p:ext uri="{BB962C8B-B14F-4D97-AF65-F5344CB8AC3E}">
        <p14:creationId xmlns:p14="http://schemas.microsoft.com/office/powerpoint/2010/main" val="3389172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FEC3D7-1DCA-445B-A2AB-FA8FB2385C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8DE9711-68CB-477D-89FC-6A18D88DA9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83387C-8B16-4273-BDD8-AA1C19A0F5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90FE8F-66D4-4AAE-9939-03EDB3D40597}" type="datetimeFigureOut">
              <a:rPr lang="en-IN" smtClean="0"/>
              <a:t>30/10/25</a:t>
            </a:fld>
            <a:endParaRPr lang="en-IN"/>
          </a:p>
        </p:txBody>
      </p:sp>
      <p:sp>
        <p:nvSpPr>
          <p:cNvPr id="5" name="Footer Placeholder 4">
            <a:extLst>
              <a:ext uri="{FF2B5EF4-FFF2-40B4-BE49-F238E27FC236}">
                <a16:creationId xmlns:a16="http://schemas.microsoft.com/office/drawing/2014/main" id="{9F63F3D0-B1B5-46B4-BBA2-1F3AF01B20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361F49C-3FB4-4F4B-8814-7FA9A02F55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1E8191-7C1A-40AA-B0E0-66FE9C1BBC31}" type="slidenum">
              <a:rPr lang="en-IN" smtClean="0"/>
              <a:t>‹#›</a:t>
            </a:fld>
            <a:endParaRPr lang="en-IN"/>
          </a:p>
        </p:txBody>
      </p:sp>
    </p:spTree>
    <p:extLst>
      <p:ext uri="{BB962C8B-B14F-4D97-AF65-F5344CB8AC3E}">
        <p14:creationId xmlns:p14="http://schemas.microsoft.com/office/powerpoint/2010/main" val="3183736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www.geeksforgeeks.org/what-is-reinforcement-learning/"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sp>
        <p:nvSpPr>
          <p:cNvPr id="2" name="Title 1">
            <a:extLst>
              <a:ext uri="{FF2B5EF4-FFF2-40B4-BE49-F238E27FC236}">
                <a16:creationId xmlns:a16="http://schemas.microsoft.com/office/drawing/2014/main" id="{F4EC0128-DC3E-43D6-A828-ED191A0A875E}"/>
              </a:ext>
            </a:extLst>
          </p:cNvPr>
          <p:cNvSpPr>
            <a:spLocks noGrp="1"/>
          </p:cNvSpPr>
          <p:nvPr>
            <p:ph type="ctrTitle"/>
          </p:nvPr>
        </p:nvSpPr>
        <p:spPr>
          <a:xfrm>
            <a:off x="1347268" y="2253000"/>
            <a:ext cx="9795637" cy="2220774"/>
          </a:xfrm>
        </p:spPr>
        <p:txBody>
          <a:bodyPr vert="horz" lIns="91440" tIns="45720" rIns="91440" bIns="45720" rtlCol="0" anchor="b">
            <a:normAutofit/>
          </a:bodyPr>
          <a:lstStyle/>
          <a:p>
            <a:r>
              <a:rPr lang="en-US" sz="5200" dirty="0">
                <a:solidFill>
                  <a:srgbClr val="000000"/>
                </a:solidFill>
              </a:rPr>
              <a:t>Machine Learning Basics. Working with datasets</a:t>
            </a:r>
          </a:p>
        </p:txBody>
      </p:sp>
      <p:sp>
        <p:nvSpPr>
          <p:cNvPr id="4" name="TextBox 3">
            <a:extLst>
              <a:ext uri="{FF2B5EF4-FFF2-40B4-BE49-F238E27FC236}">
                <a16:creationId xmlns:a16="http://schemas.microsoft.com/office/drawing/2014/main" id="{58E3E5D4-B965-300B-B56C-790763B7B3E3}"/>
              </a:ext>
            </a:extLst>
          </p:cNvPr>
          <p:cNvSpPr txBox="1"/>
          <p:nvPr/>
        </p:nvSpPr>
        <p:spPr>
          <a:xfrm>
            <a:off x="7345017" y="5512617"/>
            <a:ext cx="4970705" cy="500557"/>
          </a:xfrm>
          <a:prstGeom prst="rect">
            <a:avLst/>
          </a:prstGeom>
        </p:spPr>
        <p:txBody>
          <a:bodyPr vert="horz" lIns="91440" tIns="45720" rIns="91440" bIns="45720" rtlCol="0">
            <a:normAutofit/>
          </a:bodyPr>
          <a:lstStyle/>
          <a:p>
            <a:pPr algn="ctr">
              <a:lnSpc>
                <a:spcPct val="90000"/>
              </a:lnSpc>
              <a:spcBef>
                <a:spcPts val="1000"/>
              </a:spcBef>
            </a:pPr>
            <a:r>
              <a:rPr lang="en-US" sz="2400" dirty="0">
                <a:solidFill>
                  <a:srgbClr val="000000"/>
                </a:solidFill>
              </a:rPr>
              <a:t>Lecturer: </a:t>
            </a:r>
            <a:r>
              <a:rPr lang="en-US" sz="2400" dirty="0" err="1">
                <a:solidFill>
                  <a:srgbClr val="000000"/>
                </a:solidFill>
              </a:rPr>
              <a:t>Shakhnoza</a:t>
            </a:r>
            <a:r>
              <a:rPr lang="en-US" sz="2400" dirty="0">
                <a:solidFill>
                  <a:srgbClr val="000000"/>
                </a:solidFill>
              </a:rPr>
              <a:t> </a:t>
            </a:r>
            <a:r>
              <a:rPr lang="en-US" sz="2400" dirty="0" err="1">
                <a:solidFill>
                  <a:srgbClr val="000000"/>
                </a:solidFill>
              </a:rPr>
              <a:t>Muksimova</a:t>
            </a:r>
            <a:endParaRPr lang="en-US" sz="2400" dirty="0">
              <a:solidFill>
                <a:srgbClr val="000000"/>
              </a:solidFill>
            </a:endParaRPr>
          </a:p>
        </p:txBody>
      </p:sp>
      <p:sp>
        <p:nvSpPr>
          <p:cNvPr id="3" name="TextBox 2">
            <a:extLst>
              <a:ext uri="{FF2B5EF4-FFF2-40B4-BE49-F238E27FC236}">
                <a16:creationId xmlns:a16="http://schemas.microsoft.com/office/drawing/2014/main" id="{DC5DF426-7F1C-A1D5-D953-2D9DBB27D019}"/>
              </a:ext>
            </a:extLst>
          </p:cNvPr>
          <p:cNvSpPr txBox="1"/>
          <p:nvPr/>
        </p:nvSpPr>
        <p:spPr>
          <a:xfrm>
            <a:off x="2753139" y="1038842"/>
            <a:ext cx="6838122" cy="584775"/>
          </a:xfrm>
          <a:prstGeom prst="rect">
            <a:avLst/>
          </a:prstGeom>
          <a:noFill/>
        </p:spPr>
        <p:txBody>
          <a:bodyPr wrap="square" rtlCol="0">
            <a:spAutoFit/>
          </a:bodyPr>
          <a:lstStyle/>
          <a:p>
            <a:pPr algn="ctr">
              <a:spcAft>
                <a:spcPts val="600"/>
              </a:spcAft>
            </a:pPr>
            <a:r>
              <a:rPr lang="en-US" sz="3200" dirty="0"/>
              <a:t>DATA PROCESSING PROGRAMMING</a:t>
            </a:r>
          </a:p>
        </p:txBody>
      </p:sp>
    </p:spTree>
    <p:extLst>
      <p:ext uri="{BB962C8B-B14F-4D97-AF65-F5344CB8AC3E}">
        <p14:creationId xmlns:p14="http://schemas.microsoft.com/office/powerpoint/2010/main" val="61856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81DFE-E27D-4828-9C61-9EDCE8BED2C9}"/>
              </a:ext>
            </a:extLst>
          </p:cNvPr>
          <p:cNvSpPr>
            <a:spLocks noGrp="1"/>
          </p:cNvSpPr>
          <p:nvPr>
            <p:ph type="title" idx="4294967295"/>
          </p:nvPr>
        </p:nvSpPr>
        <p:spPr>
          <a:xfrm>
            <a:off x="742765" y="274406"/>
            <a:ext cx="10515600" cy="1152525"/>
          </a:xfrm>
        </p:spPr>
        <p:txBody>
          <a:bodyPr>
            <a:normAutofit/>
          </a:bodyPr>
          <a:lstStyle/>
          <a:p>
            <a:pPr algn="ctr"/>
            <a:r>
              <a:rPr lang="en-IN" sz="3200" dirty="0">
                <a:solidFill>
                  <a:srgbClr val="FF9966"/>
                </a:solidFill>
                <a:latin typeface="Arial Black" panose="020B0A04020102020204" pitchFamily="34" charset="0"/>
              </a:rPr>
              <a:t>What is Machine Learning?</a:t>
            </a:r>
          </a:p>
        </p:txBody>
      </p:sp>
      <p:cxnSp>
        <p:nvCxnSpPr>
          <p:cNvPr id="5" name="Straight Connector 4">
            <a:extLst>
              <a:ext uri="{FF2B5EF4-FFF2-40B4-BE49-F238E27FC236}">
                <a16:creationId xmlns:a16="http://schemas.microsoft.com/office/drawing/2014/main" id="{10BB7EF7-B064-4B4F-856D-96A581F03DCF}"/>
              </a:ext>
            </a:extLst>
          </p:cNvPr>
          <p:cNvCxnSpPr>
            <a:cxnSpLocks/>
          </p:cNvCxnSpPr>
          <p:nvPr/>
        </p:nvCxnSpPr>
        <p:spPr>
          <a:xfrm>
            <a:off x="933635" y="1313895"/>
            <a:ext cx="10420165" cy="0"/>
          </a:xfrm>
          <a:prstGeom prst="line">
            <a:avLst/>
          </a:prstGeom>
          <a:ln w="38100">
            <a:solidFill>
              <a:schemeClr val="accent2"/>
            </a:solidFill>
          </a:ln>
        </p:spPr>
        <p:style>
          <a:lnRef idx="2">
            <a:schemeClr val="accent2"/>
          </a:lnRef>
          <a:fillRef idx="0">
            <a:schemeClr val="accent2"/>
          </a:fillRef>
          <a:effectRef idx="1">
            <a:schemeClr val="accent2"/>
          </a:effectRef>
          <a:fontRef idx="minor">
            <a:schemeClr val="tx1"/>
          </a:fontRef>
        </p:style>
      </p:cxnSp>
      <p:sp>
        <p:nvSpPr>
          <p:cNvPr id="13" name="Rectangle: Rounded Corners 12">
            <a:extLst>
              <a:ext uri="{FF2B5EF4-FFF2-40B4-BE49-F238E27FC236}">
                <a16:creationId xmlns:a16="http://schemas.microsoft.com/office/drawing/2014/main" id="{4B74E23F-CFA6-425B-B873-0BE272A5E8D1}"/>
              </a:ext>
            </a:extLst>
          </p:cNvPr>
          <p:cNvSpPr/>
          <p:nvPr/>
        </p:nvSpPr>
        <p:spPr>
          <a:xfrm>
            <a:off x="933635" y="1616315"/>
            <a:ext cx="6743700" cy="122213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latin typeface="Book Antiqua" panose="02040602050305030304" pitchFamily="18" charset="0"/>
              </a:rPr>
              <a:t>Machine Learning is an application of Artificial Intelligence (AI) that provides system the ability to  automatically learn and improve from experience without being explicitly programmed</a:t>
            </a:r>
          </a:p>
        </p:txBody>
      </p:sp>
      <p:pic>
        <p:nvPicPr>
          <p:cNvPr id="21" name="Picture 20">
            <a:extLst>
              <a:ext uri="{FF2B5EF4-FFF2-40B4-BE49-F238E27FC236}">
                <a16:creationId xmlns:a16="http://schemas.microsoft.com/office/drawing/2014/main" id="{CF57E99A-07E6-4808-9197-2E2C38AF3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6923" y="2593744"/>
            <a:ext cx="1190810" cy="1048287"/>
          </a:xfrm>
          <a:prstGeom prst="rect">
            <a:avLst/>
          </a:prstGeom>
        </p:spPr>
      </p:pic>
      <p:cxnSp>
        <p:nvCxnSpPr>
          <p:cNvPr id="27" name="Straight Arrow Connector 26">
            <a:extLst>
              <a:ext uri="{FF2B5EF4-FFF2-40B4-BE49-F238E27FC236}">
                <a16:creationId xmlns:a16="http://schemas.microsoft.com/office/drawing/2014/main" id="{9E452B81-EC9D-484B-8C5D-9C16989FA01F}"/>
              </a:ext>
            </a:extLst>
          </p:cNvPr>
          <p:cNvCxnSpPr>
            <a:cxnSpLocks/>
          </p:cNvCxnSpPr>
          <p:nvPr/>
        </p:nvCxnSpPr>
        <p:spPr>
          <a:xfrm>
            <a:off x="2231232" y="4713565"/>
            <a:ext cx="9144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2F3B051-F07A-4C94-8CAA-963FBB9C610B}"/>
              </a:ext>
            </a:extLst>
          </p:cNvPr>
          <p:cNvCxnSpPr>
            <a:cxnSpLocks/>
          </p:cNvCxnSpPr>
          <p:nvPr/>
        </p:nvCxnSpPr>
        <p:spPr>
          <a:xfrm>
            <a:off x="5303046" y="4731304"/>
            <a:ext cx="9144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F2EE52B-ACD6-441E-B681-7A030FAC8D50}"/>
              </a:ext>
            </a:extLst>
          </p:cNvPr>
          <p:cNvCxnSpPr>
            <a:cxnSpLocks/>
          </p:cNvCxnSpPr>
          <p:nvPr/>
        </p:nvCxnSpPr>
        <p:spPr>
          <a:xfrm>
            <a:off x="8284333" y="4745112"/>
            <a:ext cx="91440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F4ECB9F-3788-4F90-8CAC-7A320B0A6B61}"/>
              </a:ext>
            </a:extLst>
          </p:cNvPr>
          <p:cNvCxnSpPr>
            <a:cxnSpLocks/>
          </p:cNvCxnSpPr>
          <p:nvPr/>
        </p:nvCxnSpPr>
        <p:spPr>
          <a:xfrm flipV="1">
            <a:off x="8420100" y="3244767"/>
            <a:ext cx="914400" cy="93102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BE4B34F-4B9C-424D-B02E-37B8F3E2160D}"/>
              </a:ext>
            </a:extLst>
          </p:cNvPr>
          <p:cNvCxnSpPr>
            <a:cxnSpLocks/>
          </p:cNvCxnSpPr>
          <p:nvPr/>
        </p:nvCxnSpPr>
        <p:spPr>
          <a:xfrm>
            <a:off x="8284333" y="5477326"/>
            <a:ext cx="1288292" cy="66854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4C9CB776-2D6D-40BA-BE51-4DBF48B210AD}"/>
              </a:ext>
            </a:extLst>
          </p:cNvPr>
          <p:cNvGrpSpPr/>
          <p:nvPr/>
        </p:nvGrpSpPr>
        <p:grpSpPr>
          <a:xfrm>
            <a:off x="480869" y="4019551"/>
            <a:ext cx="1500331" cy="1682173"/>
            <a:chOff x="480869" y="4019551"/>
            <a:chExt cx="1500331" cy="1682173"/>
          </a:xfrm>
        </p:grpSpPr>
        <p:pic>
          <p:nvPicPr>
            <p:cNvPr id="15" name="Picture 14">
              <a:extLst>
                <a:ext uri="{FF2B5EF4-FFF2-40B4-BE49-F238E27FC236}">
                  <a16:creationId xmlns:a16="http://schemas.microsoft.com/office/drawing/2014/main" id="{238863A4-BEB8-4C34-887A-F3E9743BB9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869" y="4019551"/>
              <a:ext cx="1500331" cy="1360765"/>
            </a:xfrm>
            <a:prstGeom prst="rect">
              <a:avLst/>
            </a:prstGeom>
          </p:spPr>
        </p:pic>
        <p:sp>
          <p:nvSpPr>
            <p:cNvPr id="42" name="TextBox 41">
              <a:extLst>
                <a:ext uri="{FF2B5EF4-FFF2-40B4-BE49-F238E27FC236}">
                  <a16:creationId xmlns:a16="http://schemas.microsoft.com/office/drawing/2014/main" id="{D49E0D40-70ED-46F6-9402-E782E3B85E52}"/>
                </a:ext>
              </a:extLst>
            </p:cNvPr>
            <p:cNvSpPr txBox="1"/>
            <p:nvPr/>
          </p:nvSpPr>
          <p:spPr>
            <a:xfrm>
              <a:off x="480869" y="5393947"/>
              <a:ext cx="1500331" cy="307777"/>
            </a:xfrm>
            <a:prstGeom prst="rect">
              <a:avLst/>
            </a:prstGeom>
            <a:noFill/>
          </p:spPr>
          <p:txBody>
            <a:bodyPr wrap="square" rtlCol="0">
              <a:spAutoFit/>
            </a:bodyPr>
            <a:lstStyle/>
            <a:p>
              <a:r>
                <a:rPr lang="en-IN" sz="1400" dirty="0"/>
                <a:t>Ordinary System</a:t>
              </a:r>
            </a:p>
          </p:txBody>
        </p:sp>
      </p:grpSp>
      <p:grpSp>
        <p:nvGrpSpPr>
          <p:cNvPr id="4" name="Group 3">
            <a:extLst>
              <a:ext uri="{FF2B5EF4-FFF2-40B4-BE49-F238E27FC236}">
                <a16:creationId xmlns:a16="http://schemas.microsoft.com/office/drawing/2014/main" id="{E1742457-1986-4ABC-9A4F-C39A57CA7F38}"/>
              </a:ext>
            </a:extLst>
          </p:cNvPr>
          <p:cNvGrpSpPr/>
          <p:nvPr/>
        </p:nvGrpSpPr>
        <p:grpSpPr>
          <a:xfrm>
            <a:off x="3395664" y="4019551"/>
            <a:ext cx="1657350" cy="1897616"/>
            <a:chOff x="3395664" y="4019551"/>
            <a:chExt cx="1657350" cy="1897616"/>
          </a:xfrm>
        </p:grpSpPr>
        <p:pic>
          <p:nvPicPr>
            <p:cNvPr id="17" name="Picture 16">
              <a:extLst>
                <a:ext uri="{FF2B5EF4-FFF2-40B4-BE49-F238E27FC236}">
                  <a16:creationId xmlns:a16="http://schemas.microsoft.com/office/drawing/2014/main" id="{1C87D7C5-0D77-46CA-B7D8-84865EAE7D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5664" y="4019551"/>
              <a:ext cx="1657350" cy="1360765"/>
            </a:xfrm>
            <a:prstGeom prst="rect">
              <a:avLst/>
            </a:prstGeom>
          </p:spPr>
        </p:pic>
        <p:sp>
          <p:nvSpPr>
            <p:cNvPr id="43" name="TextBox 42">
              <a:extLst>
                <a:ext uri="{FF2B5EF4-FFF2-40B4-BE49-F238E27FC236}">
                  <a16:creationId xmlns:a16="http://schemas.microsoft.com/office/drawing/2014/main" id="{5E1F744E-8347-4C80-8488-03B162F5439E}"/>
                </a:ext>
              </a:extLst>
            </p:cNvPr>
            <p:cNvSpPr txBox="1"/>
            <p:nvPr/>
          </p:nvSpPr>
          <p:spPr>
            <a:xfrm>
              <a:off x="3395664" y="5393947"/>
              <a:ext cx="1657350" cy="523220"/>
            </a:xfrm>
            <a:prstGeom prst="rect">
              <a:avLst/>
            </a:prstGeom>
            <a:noFill/>
          </p:spPr>
          <p:txBody>
            <a:bodyPr wrap="square" rtlCol="0">
              <a:spAutoFit/>
            </a:bodyPr>
            <a:lstStyle/>
            <a:p>
              <a:pPr algn="ctr"/>
              <a:r>
                <a:rPr lang="en-IN" sz="1400" dirty="0">
                  <a:cs typeface="Arial" panose="020B0604020202020204" pitchFamily="34" charset="0"/>
                </a:rPr>
                <a:t>With Artificial Intelligence</a:t>
              </a:r>
            </a:p>
          </p:txBody>
        </p:sp>
      </p:grpSp>
      <p:grpSp>
        <p:nvGrpSpPr>
          <p:cNvPr id="6" name="Group 5">
            <a:extLst>
              <a:ext uri="{FF2B5EF4-FFF2-40B4-BE49-F238E27FC236}">
                <a16:creationId xmlns:a16="http://schemas.microsoft.com/office/drawing/2014/main" id="{D29A8FD2-8B75-4D79-9013-38C2C8C5981E}"/>
              </a:ext>
            </a:extLst>
          </p:cNvPr>
          <p:cNvGrpSpPr/>
          <p:nvPr/>
        </p:nvGrpSpPr>
        <p:grpSpPr>
          <a:xfrm>
            <a:off x="6467477" y="4033182"/>
            <a:ext cx="1600200" cy="1715963"/>
            <a:chOff x="6467477" y="4033182"/>
            <a:chExt cx="1600200" cy="1715963"/>
          </a:xfrm>
        </p:grpSpPr>
        <p:pic>
          <p:nvPicPr>
            <p:cNvPr id="19" name="Picture 18">
              <a:extLst>
                <a:ext uri="{FF2B5EF4-FFF2-40B4-BE49-F238E27FC236}">
                  <a16:creationId xmlns:a16="http://schemas.microsoft.com/office/drawing/2014/main" id="{83D1C789-F537-480C-9893-2354B788D6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67477" y="4033182"/>
              <a:ext cx="1600200" cy="1360765"/>
            </a:xfrm>
            <a:prstGeom prst="rect">
              <a:avLst/>
            </a:prstGeom>
          </p:spPr>
        </p:pic>
        <p:sp>
          <p:nvSpPr>
            <p:cNvPr id="44" name="TextBox 43">
              <a:extLst>
                <a:ext uri="{FF2B5EF4-FFF2-40B4-BE49-F238E27FC236}">
                  <a16:creationId xmlns:a16="http://schemas.microsoft.com/office/drawing/2014/main" id="{2A291931-E864-48CF-9205-EA981ECD574A}"/>
                </a:ext>
              </a:extLst>
            </p:cNvPr>
            <p:cNvSpPr txBox="1"/>
            <p:nvPr/>
          </p:nvSpPr>
          <p:spPr>
            <a:xfrm>
              <a:off x="6467477" y="5441368"/>
              <a:ext cx="1600199" cy="307777"/>
            </a:xfrm>
            <a:prstGeom prst="rect">
              <a:avLst/>
            </a:prstGeom>
            <a:noFill/>
          </p:spPr>
          <p:txBody>
            <a:bodyPr wrap="square" rtlCol="0">
              <a:spAutoFit/>
            </a:bodyPr>
            <a:lstStyle/>
            <a:p>
              <a:pPr algn="ctr"/>
              <a:r>
                <a:rPr lang="en-IN" sz="1400" dirty="0"/>
                <a:t>Machine Learning</a:t>
              </a:r>
            </a:p>
          </p:txBody>
        </p:sp>
      </p:grpSp>
      <p:grpSp>
        <p:nvGrpSpPr>
          <p:cNvPr id="7" name="Group 6">
            <a:extLst>
              <a:ext uri="{FF2B5EF4-FFF2-40B4-BE49-F238E27FC236}">
                <a16:creationId xmlns:a16="http://schemas.microsoft.com/office/drawing/2014/main" id="{9E8AE8F9-503B-4452-A96E-D0374840A31A}"/>
              </a:ext>
            </a:extLst>
          </p:cNvPr>
          <p:cNvGrpSpPr/>
          <p:nvPr/>
        </p:nvGrpSpPr>
        <p:grpSpPr>
          <a:xfrm>
            <a:off x="9725027" y="4175790"/>
            <a:ext cx="1190810" cy="1238799"/>
            <a:chOff x="9725027" y="4175790"/>
            <a:chExt cx="1190810" cy="1238799"/>
          </a:xfrm>
        </p:grpSpPr>
        <p:pic>
          <p:nvPicPr>
            <p:cNvPr id="23" name="Picture 22">
              <a:extLst>
                <a:ext uri="{FF2B5EF4-FFF2-40B4-BE49-F238E27FC236}">
                  <a16:creationId xmlns:a16="http://schemas.microsoft.com/office/drawing/2014/main" id="{AFACF76D-F65B-4B86-913B-BE1447B418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25027" y="4175790"/>
              <a:ext cx="1190810" cy="834360"/>
            </a:xfrm>
            <a:prstGeom prst="rect">
              <a:avLst/>
            </a:prstGeom>
          </p:spPr>
        </p:pic>
        <p:sp>
          <p:nvSpPr>
            <p:cNvPr id="45" name="TextBox 44">
              <a:extLst>
                <a:ext uri="{FF2B5EF4-FFF2-40B4-BE49-F238E27FC236}">
                  <a16:creationId xmlns:a16="http://schemas.microsoft.com/office/drawing/2014/main" id="{2B0956D6-838C-4E34-9157-9C2C3632EE48}"/>
                </a:ext>
              </a:extLst>
            </p:cNvPr>
            <p:cNvSpPr txBox="1"/>
            <p:nvPr/>
          </p:nvSpPr>
          <p:spPr>
            <a:xfrm>
              <a:off x="9801227" y="5106812"/>
              <a:ext cx="1076506" cy="307777"/>
            </a:xfrm>
            <a:prstGeom prst="rect">
              <a:avLst/>
            </a:prstGeom>
            <a:noFill/>
          </p:spPr>
          <p:txBody>
            <a:bodyPr wrap="square" rtlCol="0">
              <a:spAutoFit/>
            </a:bodyPr>
            <a:lstStyle/>
            <a:p>
              <a:pPr algn="ctr"/>
              <a:r>
                <a:rPr lang="en-IN" sz="1400" dirty="0"/>
                <a:t>Predicts</a:t>
              </a:r>
            </a:p>
          </p:txBody>
        </p:sp>
      </p:grpSp>
      <p:grpSp>
        <p:nvGrpSpPr>
          <p:cNvPr id="8" name="Group 7">
            <a:extLst>
              <a:ext uri="{FF2B5EF4-FFF2-40B4-BE49-F238E27FC236}">
                <a16:creationId xmlns:a16="http://schemas.microsoft.com/office/drawing/2014/main" id="{93476D46-3771-4486-84AB-5E83C9605D9F}"/>
              </a:ext>
            </a:extLst>
          </p:cNvPr>
          <p:cNvGrpSpPr/>
          <p:nvPr/>
        </p:nvGrpSpPr>
        <p:grpSpPr>
          <a:xfrm>
            <a:off x="9801227" y="5679376"/>
            <a:ext cx="1190810" cy="1148263"/>
            <a:chOff x="9801227" y="5679376"/>
            <a:chExt cx="1190810" cy="1148263"/>
          </a:xfrm>
        </p:grpSpPr>
        <p:pic>
          <p:nvPicPr>
            <p:cNvPr id="25" name="Picture 24">
              <a:extLst>
                <a:ext uri="{FF2B5EF4-FFF2-40B4-BE49-F238E27FC236}">
                  <a16:creationId xmlns:a16="http://schemas.microsoft.com/office/drawing/2014/main" id="{7E40CAE0-15F0-454B-B3F3-12D89EF284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01227" y="5679376"/>
              <a:ext cx="1190810" cy="824549"/>
            </a:xfrm>
            <a:prstGeom prst="rect">
              <a:avLst/>
            </a:prstGeom>
          </p:spPr>
        </p:pic>
        <p:sp>
          <p:nvSpPr>
            <p:cNvPr id="46" name="TextBox 45">
              <a:extLst>
                <a:ext uri="{FF2B5EF4-FFF2-40B4-BE49-F238E27FC236}">
                  <a16:creationId xmlns:a16="http://schemas.microsoft.com/office/drawing/2014/main" id="{DBA1A3F3-01FB-4AB3-AAE0-3E247284028F}"/>
                </a:ext>
              </a:extLst>
            </p:cNvPr>
            <p:cNvSpPr txBox="1"/>
            <p:nvPr/>
          </p:nvSpPr>
          <p:spPr>
            <a:xfrm>
              <a:off x="9906006" y="6519862"/>
              <a:ext cx="962202" cy="307777"/>
            </a:xfrm>
            <a:prstGeom prst="rect">
              <a:avLst/>
            </a:prstGeom>
            <a:noFill/>
          </p:spPr>
          <p:txBody>
            <a:bodyPr wrap="square" rtlCol="0">
              <a:spAutoFit/>
            </a:bodyPr>
            <a:lstStyle/>
            <a:p>
              <a:r>
                <a:rPr lang="en-IN" sz="1400" dirty="0"/>
                <a:t>Improves</a:t>
              </a:r>
            </a:p>
          </p:txBody>
        </p:sp>
      </p:grpSp>
    </p:spTree>
    <p:extLst>
      <p:ext uri="{BB962C8B-B14F-4D97-AF65-F5344CB8AC3E}">
        <p14:creationId xmlns:p14="http://schemas.microsoft.com/office/powerpoint/2010/main" val="2832458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0-#ppt_w/2"/>
                                          </p:val>
                                        </p:tav>
                                        <p:tav tm="100000">
                                          <p:val>
                                            <p:strVal val="#ppt_x"/>
                                          </p:val>
                                        </p:tav>
                                      </p:tavLst>
                                    </p:anim>
                                    <p:anim calcmode="lin" valueType="num">
                                      <p:cBhvr additive="base">
                                        <p:cTn id="20"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0-#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0-#ppt_w/2"/>
                                          </p:val>
                                        </p:tav>
                                        <p:tav tm="100000">
                                          <p:val>
                                            <p:strVal val="#ppt_x"/>
                                          </p:val>
                                        </p:tav>
                                      </p:tavLst>
                                    </p:anim>
                                    <p:anim calcmode="lin" valueType="num">
                                      <p:cBhvr additive="base">
                                        <p:cTn id="32"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0-#ppt_w/2"/>
                                          </p:val>
                                        </p:tav>
                                        <p:tav tm="100000">
                                          <p:val>
                                            <p:strVal val="#ppt_x"/>
                                          </p:val>
                                        </p:tav>
                                      </p:tavLst>
                                    </p:anim>
                                    <p:anim calcmode="lin" valueType="num">
                                      <p:cBhvr additive="base">
                                        <p:cTn id="3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anim calcmode="lin" valueType="num">
                                      <p:cBhvr additive="base">
                                        <p:cTn id="43" dur="500" fill="hold"/>
                                        <p:tgtEl>
                                          <p:spTgt spid="30"/>
                                        </p:tgtEl>
                                        <p:attrNameLst>
                                          <p:attrName>ppt_x</p:attrName>
                                        </p:attrNameLst>
                                      </p:cBhvr>
                                      <p:tavLst>
                                        <p:tav tm="0">
                                          <p:val>
                                            <p:strVal val="0-#ppt_w/2"/>
                                          </p:val>
                                        </p:tav>
                                        <p:tav tm="100000">
                                          <p:val>
                                            <p:strVal val="#ppt_x"/>
                                          </p:val>
                                        </p:tav>
                                      </p:tavLst>
                                    </p:anim>
                                    <p:anim calcmode="lin" valueType="num">
                                      <p:cBhvr additive="base">
                                        <p:cTn id="44"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0-#ppt_w/2"/>
                                          </p:val>
                                        </p:tav>
                                        <p:tav tm="100000">
                                          <p:val>
                                            <p:strVal val="#ppt_x"/>
                                          </p:val>
                                        </p:tav>
                                      </p:tavLst>
                                    </p:anim>
                                    <p:anim calcmode="lin" valueType="num">
                                      <p:cBhvr additive="base">
                                        <p:cTn id="5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31"/>
                                        </p:tgtEl>
                                        <p:attrNameLst>
                                          <p:attrName>style.visibility</p:attrName>
                                        </p:attrNameLst>
                                      </p:cBhvr>
                                      <p:to>
                                        <p:strVal val="visible"/>
                                      </p:to>
                                    </p:set>
                                    <p:anim calcmode="lin" valueType="num">
                                      <p:cBhvr additive="base">
                                        <p:cTn id="55" dur="500" fill="hold"/>
                                        <p:tgtEl>
                                          <p:spTgt spid="31"/>
                                        </p:tgtEl>
                                        <p:attrNameLst>
                                          <p:attrName>ppt_x</p:attrName>
                                        </p:attrNameLst>
                                      </p:cBhvr>
                                      <p:tavLst>
                                        <p:tav tm="0">
                                          <p:val>
                                            <p:strVal val="0-#ppt_w/2"/>
                                          </p:val>
                                        </p:tav>
                                        <p:tav tm="100000">
                                          <p:val>
                                            <p:strVal val="#ppt_x"/>
                                          </p:val>
                                        </p:tav>
                                      </p:tavLst>
                                    </p:anim>
                                    <p:anim calcmode="lin" valueType="num">
                                      <p:cBhvr additive="base">
                                        <p:cTn id="56"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21"/>
                                        </p:tgtEl>
                                        <p:attrNameLst>
                                          <p:attrName>style.visibility</p:attrName>
                                        </p:attrNameLst>
                                      </p:cBhvr>
                                      <p:to>
                                        <p:strVal val="visible"/>
                                      </p:to>
                                    </p:set>
                                    <p:anim calcmode="lin" valueType="num">
                                      <p:cBhvr additive="base">
                                        <p:cTn id="61" dur="500" fill="hold"/>
                                        <p:tgtEl>
                                          <p:spTgt spid="21"/>
                                        </p:tgtEl>
                                        <p:attrNameLst>
                                          <p:attrName>ppt_x</p:attrName>
                                        </p:attrNameLst>
                                      </p:cBhvr>
                                      <p:tavLst>
                                        <p:tav tm="0">
                                          <p:val>
                                            <p:strVal val="0-#ppt_w/2"/>
                                          </p:val>
                                        </p:tav>
                                        <p:tav tm="100000">
                                          <p:val>
                                            <p:strVal val="#ppt_x"/>
                                          </p:val>
                                        </p:tav>
                                      </p:tavLst>
                                    </p:anim>
                                    <p:anim calcmode="lin" valueType="num">
                                      <p:cBhvr additive="base">
                                        <p:cTn id="62"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35"/>
                                        </p:tgtEl>
                                        <p:attrNameLst>
                                          <p:attrName>style.visibility</p:attrName>
                                        </p:attrNameLst>
                                      </p:cBhvr>
                                      <p:to>
                                        <p:strVal val="visible"/>
                                      </p:to>
                                    </p:set>
                                    <p:anim calcmode="lin" valueType="num">
                                      <p:cBhvr additive="base">
                                        <p:cTn id="67" dur="500" fill="hold"/>
                                        <p:tgtEl>
                                          <p:spTgt spid="35"/>
                                        </p:tgtEl>
                                        <p:attrNameLst>
                                          <p:attrName>ppt_x</p:attrName>
                                        </p:attrNameLst>
                                      </p:cBhvr>
                                      <p:tavLst>
                                        <p:tav tm="0">
                                          <p:val>
                                            <p:strVal val="0-#ppt_w/2"/>
                                          </p:val>
                                        </p:tav>
                                        <p:tav tm="100000">
                                          <p:val>
                                            <p:strVal val="#ppt_x"/>
                                          </p:val>
                                        </p:tav>
                                      </p:tavLst>
                                    </p:anim>
                                    <p:anim calcmode="lin" valueType="num">
                                      <p:cBhvr additive="base">
                                        <p:cTn id="68"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nodeType="clickEffect">
                                  <p:stCondLst>
                                    <p:cond delay="0"/>
                                  </p:stCondLst>
                                  <p:childTnLst>
                                    <p:set>
                                      <p:cBhvr>
                                        <p:cTn id="72" dur="1" fill="hold">
                                          <p:stCondLst>
                                            <p:cond delay="0"/>
                                          </p:stCondLst>
                                        </p:cTn>
                                        <p:tgtEl>
                                          <p:spTgt spid="8"/>
                                        </p:tgtEl>
                                        <p:attrNameLst>
                                          <p:attrName>style.visibility</p:attrName>
                                        </p:attrNameLst>
                                      </p:cBhvr>
                                      <p:to>
                                        <p:strVal val="visible"/>
                                      </p:to>
                                    </p:set>
                                    <p:anim calcmode="lin" valueType="num">
                                      <p:cBhvr additive="base">
                                        <p:cTn id="73" dur="500" fill="hold"/>
                                        <p:tgtEl>
                                          <p:spTgt spid="8"/>
                                        </p:tgtEl>
                                        <p:attrNameLst>
                                          <p:attrName>ppt_x</p:attrName>
                                        </p:attrNameLst>
                                      </p:cBhvr>
                                      <p:tavLst>
                                        <p:tav tm="0">
                                          <p:val>
                                            <p:strVal val="0-#ppt_w/2"/>
                                          </p:val>
                                        </p:tav>
                                        <p:tav tm="100000">
                                          <p:val>
                                            <p:strVal val="#ppt_x"/>
                                          </p:val>
                                        </p:tav>
                                      </p:tavLst>
                                    </p:anim>
                                    <p:anim calcmode="lin" valueType="num">
                                      <p:cBhvr additive="base">
                                        <p:cTn id="74"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8" name="Rectangle 4117">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E6A544B-E472-ECD9-7299-BBC7B25F4F60}"/>
              </a:ext>
            </a:extLst>
          </p:cNvPr>
          <p:cNvSpPr txBox="1"/>
          <p:nvPr/>
        </p:nvSpPr>
        <p:spPr>
          <a:xfrm>
            <a:off x="838200" y="184805"/>
            <a:ext cx="10515600" cy="150588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200" kern="1200">
                <a:solidFill>
                  <a:schemeClr val="tx1"/>
                </a:solidFill>
                <a:latin typeface="+mj-lt"/>
                <a:ea typeface="+mj-ea"/>
                <a:cs typeface="+mj-cs"/>
              </a:rPr>
              <a:t>Machine Learning Process</a:t>
            </a:r>
          </a:p>
        </p:txBody>
      </p:sp>
      <p:pic>
        <p:nvPicPr>
          <p:cNvPr id="1026" name="Picture 2" descr="Machine Learning Process And Scenarios - eLearning Industry">
            <a:extLst>
              <a:ext uri="{FF2B5EF4-FFF2-40B4-BE49-F238E27FC236}">
                <a16:creationId xmlns:a16="http://schemas.microsoft.com/office/drawing/2014/main" id="{337BD47C-B2BB-2272-C757-32BE3AFC895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90448" y="1845426"/>
            <a:ext cx="7808050" cy="4450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0618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D15110F6-201D-47EE-971F-99925369FA04}"/>
              </a:ext>
            </a:extLst>
          </p:cNvPr>
          <p:cNvSpPr/>
          <p:nvPr/>
        </p:nvSpPr>
        <p:spPr>
          <a:xfrm>
            <a:off x="3982720" y="1262380"/>
            <a:ext cx="3545840" cy="1798320"/>
          </a:xfrm>
          <a:prstGeom prst="round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Comic Sans MS" panose="030F0702030302020204" pitchFamily="66" charset="0"/>
              </a:rPr>
              <a:t>COMPUTER</a:t>
            </a:r>
          </a:p>
        </p:txBody>
      </p:sp>
      <p:sp>
        <p:nvSpPr>
          <p:cNvPr id="9" name="Arrow: Right 8">
            <a:extLst>
              <a:ext uri="{FF2B5EF4-FFF2-40B4-BE49-F238E27FC236}">
                <a16:creationId xmlns:a16="http://schemas.microsoft.com/office/drawing/2014/main" id="{BB747D53-D5C1-4CC1-87D4-F9DC966BEAB2}"/>
              </a:ext>
            </a:extLst>
          </p:cNvPr>
          <p:cNvSpPr/>
          <p:nvPr/>
        </p:nvSpPr>
        <p:spPr>
          <a:xfrm>
            <a:off x="2326640" y="2161540"/>
            <a:ext cx="1656080" cy="609600"/>
          </a:xfrm>
          <a:prstGeom prst="rightArrow">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Right 9">
            <a:extLst>
              <a:ext uri="{FF2B5EF4-FFF2-40B4-BE49-F238E27FC236}">
                <a16:creationId xmlns:a16="http://schemas.microsoft.com/office/drawing/2014/main" id="{E442B7BB-9BFC-4F8F-BCD6-FEA85CC58A51}"/>
              </a:ext>
            </a:extLst>
          </p:cNvPr>
          <p:cNvSpPr/>
          <p:nvPr/>
        </p:nvSpPr>
        <p:spPr>
          <a:xfrm>
            <a:off x="2326640" y="1521460"/>
            <a:ext cx="1656080" cy="609600"/>
          </a:xfrm>
          <a:prstGeom prst="rightArrow">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Arrow: Right 10">
            <a:extLst>
              <a:ext uri="{FF2B5EF4-FFF2-40B4-BE49-F238E27FC236}">
                <a16:creationId xmlns:a16="http://schemas.microsoft.com/office/drawing/2014/main" id="{9CB2E60B-81E5-40AF-B727-741D8DB59E20}"/>
              </a:ext>
            </a:extLst>
          </p:cNvPr>
          <p:cNvSpPr/>
          <p:nvPr/>
        </p:nvSpPr>
        <p:spPr>
          <a:xfrm>
            <a:off x="7528560" y="1856740"/>
            <a:ext cx="1656080" cy="609600"/>
          </a:xfrm>
          <a:prstGeom prst="rightArrow">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A615D28F-5F71-4690-957E-98F5DE1E1586}"/>
              </a:ext>
            </a:extLst>
          </p:cNvPr>
          <p:cNvSpPr/>
          <p:nvPr/>
        </p:nvSpPr>
        <p:spPr>
          <a:xfrm>
            <a:off x="3982720" y="4480132"/>
            <a:ext cx="3545840" cy="1798320"/>
          </a:xfrm>
          <a:prstGeom prst="round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Comic Sans MS" panose="030F0702030302020204" pitchFamily="66" charset="0"/>
              </a:rPr>
              <a:t>COMPUTER</a:t>
            </a:r>
          </a:p>
        </p:txBody>
      </p:sp>
      <p:sp>
        <p:nvSpPr>
          <p:cNvPr id="14" name="Arrow: Right 13">
            <a:extLst>
              <a:ext uri="{FF2B5EF4-FFF2-40B4-BE49-F238E27FC236}">
                <a16:creationId xmlns:a16="http://schemas.microsoft.com/office/drawing/2014/main" id="{7A03E196-2130-4078-940B-D664D18A3422}"/>
              </a:ext>
            </a:extLst>
          </p:cNvPr>
          <p:cNvSpPr/>
          <p:nvPr/>
        </p:nvSpPr>
        <p:spPr>
          <a:xfrm>
            <a:off x="2326640" y="5298011"/>
            <a:ext cx="1656080" cy="609600"/>
          </a:xfrm>
          <a:prstGeom prst="rightArrow">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B04F092B-807D-421E-8FBF-1EB5FF4690DF}"/>
              </a:ext>
            </a:extLst>
          </p:cNvPr>
          <p:cNvSpPr/>
          <p:nvPr/>
        </p:nvSpPr>
        <p:spPr>
          <a:xfrm>
            <a:off x="2326640" y="4657931"/>
            <a:ext cx="1656080" cy="609600"/>
          </a:xfrm>
          <a:prstGeom prst="rightArrow">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Arrow: Right 15">
            <a:extLst>
              <a:ext uri="{FF2B5EF4-FFF2-40B4-BE49-F238E27FC236}">
                <a16:creationId xmlns:a16="http://schemas.microsoft.com/office/drawing/2014/main" id="{FD19EB34-B030-442B-B4E7-62AD4F93662B}"/>
              </a:ext>
            </a:extLst>
          </p:cNvPr>
          <p:cNvSpPr/>
          <p:nvPr/>
        </p:nvSpPr>
        <p:spPr>
          <a:xfrm>
            <a:off x="7528560" y="4993211"/>
            <a:ext cx="1656080" cy="609600"/>
          </a:xfrm>
          <a:prstGeom prst="rightArrow">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C9F15A88-03B9-4AEC-A69B-1B90F2024246}"/>
              </a:ext>
            </a:extLst>
          </p:cNvPr>
          <p:cNvSpPr txBox="1"/>
          <p:nvPr/>
        </p:nvSpPr>
        <p:spPr>
          <a:xfrm>
            <a:off x="1106249" y="4701121"/>
            <a:ext cx="982961" cy="523220"/>
          </a:xfrm>
          <a:prstGeom prst="rect">
            <a:avLst/>
          </a:prstGeom>
          <a:noFill/>
        </p:spPr>
        <p:txBody>
          <a:bodyPr wrap="none" rtlCol="0">
            <a:spAutoFit/>
          </a:bodyPr>
          <a:lstStyle/>
          <a:p>
            <a:r>
              <a:rPr lang="en-IN" sz="2800" dirty="0">
                <a:latin typeface="Comic Sans MS" panose="030F0702030302020204" pitchFamily="66" charset="0"/>
              </a:rPr>
              <a:t>Data</a:t>
            </a:r>
          </a:p>
        </p:txBody>
      </p:sp>
      <p:sp>
        <p:nvSpPr>
          <p:cNvPr id="23" name="TextBox 22">
            <a:extLst>
              <a:ext uri="{FF2B5EF4-FFF2-40B4-BE49-F238E27FC236}">
                <a16:creationId xmlns:a16="http://schemas.microsoft.com/office/drawing/2014/main" id="{D8F3A0AC-EA91-47DC-94E2-7E69F00A1AC9}"/>
              </a:ext>
            </a:extLst>
          </p:cNvPr>
          <p:cNvSpPr txBox="1"/>
          <p:nvPr/>
        </p:nvSpPr>
        <p:spPr>
          <a:xfrm>
            <a:off x="1106249" y="1526540"/>
            <a:ext cx="982961" cy="523220"/>
          </a:xfrm>
          <a:prstGeom prst="rect">
            <a:avLst/>
          </a:prstGeom>
          <a:noFill/>
        </p:spPr>
        <p:txBody>
          <a:bodyPr wrap="none" rtlCol="0">
            <a:spAutoFit/>
          </a:bodyPr>
          <a:lstStyle/>
          <a:p>
            <a:r>
              <a:rPr lang="en-IN" sz="2800" dirty="0">
                <a:latin typeface="Comic Sans MS" panose="030F0702030302020204" pitchFamily="66" charset="0"/>
              </a:rPr>
              <a:t>Data</a:t>
            </a:r>
          </a:p>
        </p:txBody>
      </p:sp>
      <p:sp>
        <p:nvSpPr>
          <p:cNvPr id="24" name="TextBox 23">
            <a:extLst>
              <a:ext uri="{FF2B5EF4-FFF2-40B4-BE49-F238E27FC236}">
                <a16:creationId xmlns:a16="http://schemas.microsoft.com/office/drawing/2014/main" id="{C327D81A-A489-44D7-B82B-2F1B5753072D}"/>
              </a:ext>
            </a:extLst>
          </p:cNvPr>
          <p:cNvSpPr txBox="1"/>
          <p:nvPr/>
        </p:nvSpPr>
        <p:spPr>
          <a:xfrm>
            <a:off x="950942" y="5298011"/>
            <a:ext cx="1375698" cy="523220"/>
          </a:xfrm>
          <a:prstGeom prst="rect">
            <a:avLst/>
          </a:prstGeom>
          <a:noFill/>
        </p:spPr>
        <p:txBody>
          <a:bodyPr wrap="none" rtlCol="0">
            <a:spAutoFit/>
          </a:bodyPr>
          <a:lstStyle/>
          <a:p>
            <a:r>
              <a:rPr lang="en-IN" sz="2800" dirty="0">
                <a:latin typeface="Comic Sans MS" panose="030F0702030302020204" pitchFamily="66" charset="0"/>
              </a:rPr>
              <a:t>Output</a:t>
            </a:r>
          </a:p>
        </p:txBody>
      </p:sp>
      <p:sp>
        <p:nvSpPr>
          <p:cNvPr id="25" name="TextBox 24">
            <a:extLst>
              <a:ext uri="{FF2B5EF4-FFF2-40B4-BE49-F238E27FC236}">
                <a16:creationId xmlns:a16="http://schemas.microsoft.com/office/drawing/2014/main" id="{58994DA6-D6C9-4F26-B582-FCDBA28DA463}"/>
              </a:ext>
            </a:extLst>
          </p:cNvPr>
          <p:cNvSpPr txBox="1"/>
          <p:nvPr/>
        </p:nvSpPr>
        <p:spPr>
          <a:xfrm>
            <a:off x="764994" y="2179330"/>
            <a:ext cx="1561646" cy="523220"/>
          </a:xfrm>
          <a:prstGeom prst="rect">
            <a:avLst/>
          </a:prstGeom>
          <a:noFill/>
        </p:spPr>
        <p:txBody>
          <a:bodyPr wrap="none" rtlCol="0">
            <a:spAutoFit/>
          </a:bodyPr>
          <a:lstStyle/>
          <a:p>
            <a:r>
              <a:rPr lang="en-IN" sz="2800" dirty="0">
                <a:latin typeface="Comic Sans MS" panose="030F0702030302020204" pitchFamily="66" charset="0"/>
              </a:rPr>
              <a:t>Program</a:t>
            </a:r>
          </a:p>
        </p:txBody>
      </p:sp>
      <p:sp>
        <p:nvSpPr>
          <p:cNvPr id="26" name="TextBox 25">
            <a:extLst>
              <a:ext uri="{FF2B5EF4-FFF2-40B4-BE49-F238E27FC236}">
                <a16:creationId xmlns:a16="http://schemas.microsoft.com/office/drawing/2014/main" id="{A51149D9-A2E4-4384-99D3-AC39B48D4E61}"/>
              </a:ext>
            </a:extLst>
          </p:cNvPr>
          <p:cNvSpPr txBox="1"/>
          <p:nvPr/>
        </p:nvSpPr>
        <p:spPr>
          <a:xfrm>
            <a:off x="9329096" y="1943120"/>
            <a:ext cx="1375698" cy="523220"/>
          </a:xfrm>
          <a:prstGeom prst="rect">
            <a:avLst/>
          </a:prstGeom>
          <a:noFill/>
        </p:spPr>
        <p:txBody>
          <a:bodyPr wrap="none" rtlCol="0">
            <a:spAutoFit/>
          </a:bodyPr>
          <a:lstStyle/>
          <a:p>
            <a:r>
              <a:rPr lang="en-IN" sz="2800" dirty="0">
                <a:latin typeface="Comic Sans MS" panose="030F0702030302020204" pitchFamily="66" charset="0"/>
              </a:rPr>
              <a:t>Output</a:t>
            </a:r>
          </a:p>
        </p:txBody>
      </p:sp>
      <p:sp>
        <p:nvSpPr>
          <p:cNvPr id="27" name="TextBox 26">
            <a:extLst>
              <a:ext uri="{FF2B5EF4-FFF2-40B4-BE49-F238E27FC236}">
                <a16:creationId xmlns:a16="http://schemas.microsoft.com/office/drawing/2014/main" id="{DABBCBAC-2D1D-4ED2-BEE3-4D229557B4F5}"/>
              </a:ext>
            </a:extLst>
          </p:cNvPr>
          <p:cNvSpPr txBox="1"/>
          <p:nvPr/>
        </p:nvSpPr>
        <p:spPr>
          <a:xfrm>
            <a:off x="9329096" y="5117682"/>
            <a:ext cx="1561646" cy="523220"/>
          </a:xfrm>
          <a:prstGeom prst="rect">
            <a:avLst/>
          </a:prstGeom>
          <a:noFill/>
        </p:spPr>
        <p:txBody>
          <a:bodyPr wrap="none" rtlCol="0">
            <a:spAutoFit/>
          </a:bodyPr>
          <a:lstStyle/>
          <a:p>
            <a:r>
              <a:rPr lang="en-IN" sz="2800" dirty="0">
                <a:latin typeface="Comic Sans MS" panose="030F0702030302020204" pitchFamily="66" charset="0"/>
              </a:rPr>
              <a:t>Program</a:t>
            </a:r>
          </a:p>
        </p:txBody>
      </p:sp>
      <p:sp>
        <p:nvSpPr>
          <p:cNvPr id="28" name="TextBox 27">
            <a:extLst>
              <a:ext uri="{FF2B5EF4-FFF2-40B4-BE49-F238E27FC236}">
                <a16:creationId xmlns:a16="http://schemas.microsoft.com/office/drawing/2014/main" id="{F35F3A9B-8CF5-4CC0-B626-4F8241F009E8}"/>
              </a:ext>
            </a:extLst>
          </p:cNvPr>
          <p:cNvSpPr txBox="1"/>
          <p:nvPr/>
        </p:nvSpPr>
        <p:spPr>
          <a:xfrm>
            <a:off x="3310173" y="476652"/>
            <a:ext cx="4851008" cy="584775"/>
          </a:xfrm>
          <a:prstGeom prst="rect">
            <a:avLst/>
          </a:prstGeom>
          <a:noFill/>
        </p:spPr>
        <p:txBody>
          <a:bodyPr wrap="none" rtlCol="0">
            <a:spAutoFit/>
          </a:bodyPr>
          <a:lstStyle/>
          <a:p>
            <a:r>
              <a:rPr lang="en-IN" sz="3200" dirty="0">
                <a:solidFill>
                  <a:schemeClr val="accent1">
                    <a:lumMod val="50000"/>
                  </a:schemeClr>
                </a:solidFill>
                <a:latin typeface="Comic Sans MS" panose="030F0702030302020204" pitchFamily="66" charset="0"/>
              </a:rPr>
              <a:t>Traditional Programming</a:t>
            </a:r>
          </a:p>
        </p:txBody>
      </p:sp>
      <p:sp>
        <p:nvSpPr>
          <p:cNvPr id="29" name="TextBox 28">
            <a:extLst>
              <a:ext uri="{FF2B5EF4-FFF2-40B4-BE49-F238E27FC236}">
                <a16:creationId xmlns:a16="http://schemas.microsoft.com/office/drawing/2014/main" id="{49E17D6A-6F4C-4E71-92F5-F172D94987E5}"/>
              </a:ext>
            </a:extLst>
          </p:cNvPr>
          <p:cNvSpPr txBox="1"/>
          <p:nvPr/>
        </p:nvSpPr>
        <p:spPr>
          <a:xfrm>
            <a:off x="3983434" y="3603228"/>
            <a:ext cx="3504486" cy="584775"/>
          </a:xfrm>
          <a:prstGeom prst="rect">
            <a:avLst/>
          </a:prstGeom>
          <a:noFill/>
        </p:spPr>
        <p:txBody>
          <a:bodyPr wrap="none" rtlCol="0">
            <a:spAutoFit/>
          </a:bodyPr>
          <a:lstStyle/>
          <a:p>
            <a:r>
              <a:rPr lang="en-IN" sz="3200" dirty="0">
                <a:solidFill>
                  <a:schemeClr val="accent1">
                    <a:lumMod val="50000"/>
                  </a:schemeClr>
                </a:solidFill>
                <a:latin typeface="Comic Sans MS" panose="030F0702030302020204" pitchFamily="66" charset="0"/>
              </a:rPr>
              <a:t>Machine Learning</a:t>
            </a:r>
          </a:p>
        </p:txBody>
      </p:sp>
      <p:cxnSp>
        <p:nvCxnSpPr>
          <p:cNvPr id="31" name="Straight Connector 30">
            <a:extLst>
              <a:ext uri="{FF2B5EF4-FFF2-40B4-BE49-F238E27FC236}">
                <a16:creationId xmlns:a16="http://schemas.microsoft.com/office/drawing/2014/main" id="{330803D4-7087-4191-A0C5-1E82D57147DF}"/>
              </a:ext>
            </a:extLst>
          </p:cNvPr>
          <p:cNvCxnSpPr>
            <a:cxnSpLocks/>
          </p:cNvCxnSpPr>
          <p:nvPr/>
        </p:nvCxnSpPr>
        <p:spPr>
          <a:xfrm>
            <a:off x="0" y="3361928"/>
            <a:ext cx="12263120" cy="0"/>
          </a:xfrm>
          <a:prstGeom prst="line">
            <a:avLst/>
          </a:prstGeom>
          <a:ln w="57150">
            <a:solidFill>
              <a:schemeClr val="accent2">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2600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33F50"/>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B93F150-AB63-44A3-A325-93F8D8C54795}"/>
              </a:ext>
            </a:extLst>
          </p:cNvPr>
          <p:cNvSpPr/>
          <p:nvPr/>
        </p:nvSpPr>
        <p:spPr>
          <a:xfrm>
            <a:off x="3535680" y="1183640"/>
            <a:ext cx="4551680" cy="4328160"/>
          </a:xfrm>
          <a:prstGeom prst="ellipse">
            <a:avLst/>
          </a:prstGeom>
          <a:solidFill>
            <a:schemeClr val="tx2">
              <a:lumMod val="20000"/>
              <a:lumOff val="80000"/>
            </a:schemeClr>
          </a:solidFill>
          <a:ln>
            <a:solidFill>
              <a:srgbClr val="F8CB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rgbClr val="333F50"/>
                </a:solidFill>
                <a:latin typeface="Comic Sans MS" panose="030F0702030302020204" pitchFamily="66" charset="0"/>
              </a:rPr>
              <a:t>OTHER DEFINITIONS </a:t>
            </a:r>
          </a:p>
          <a:p>
            <a:pPr algn="ctr"/>
            <a:r>
              <a:rPr lang="en-IN" sz="3200" dirty="0">
                <a:solidFill>
                  <a:srgbClr val="333F50"/>
                </a:solidFill>
                <a:latin typeface="Comic Sans MS" panose="030F0702030302020204" pitchFamily="66" charset="0"/>
              </a:rPr>
              <a:t>OF ML</a:t>
            </a:r>
          </a:p>
        </p:txBody>
      </p:sp>
    </p:spTree>
    <p:extLst>
      <p:ext uri="{BB962C8B-B14F-4D97-AF65-F5344CB8AC3E}">
        <p14:creationId xmlns:p14="http://schemas.microsoft.com/office/powerpoint/2010/main" val="3731193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C87E46-ECEB-4B4D-B1B8-6081A20B17C5}"/>
              </a:ext>
            </a:extLst>
          </p:cNvPr>
          <p:cNvSpPr txBox="1"/>
          <p:nvPr/>
        </p:nvSpPr>
        <p:spPr>
          <a:xfrm>
            <a:off x="1798320" y="949374"/>
            <a:ext cx="9174480" cy="4737556"/>
          </a:xfrm>
          <a:prstGeom prst="flowChartMultidocument">
            <a:avLst/>
          </a:prstGeom>
          <a:solidFill>
            <a:schemeClr val="tx2">
              <a:lumMod val="75000"/>
            </a:schemeClr>
          </a:solidFill>
          <a:ln w="38100">
            <a:solidFill>
              <a:srgbClr val="FBE5D6"/>
            </a:solidFill>
          </a:ln>
        </p:spPr>
        <p:txBody>
          <a:bodyPr wrap="square" rtlCol="0">
            <a:spAutoFit/>
          </a:bodyPr>
          <a:lstStyle/>
          <a:p>
            <a:r>
              <a:rPr lang="en-US" sz="4000" b="0" i="0" dirty="0">
                <a:solidFill>
                  <a:schemeClr val="tx2">
                    <a:lumMod val="20000"/>
                    <a:lumOff val="80000"/>
                  </a:schemeClr>
                </a:solidFill>
                <a:effectLst/>
                <a:latin typeface="Comic Sans MS" panose="030F0702030302020204" pitchFamily="66" charset="0"/>
              </a:rPr>
              <a:t>Machine learning refers to</a:t>
            </a:r>
          </a:p>
          <a:p>
            <a:r>
              <a:rPr lang="en-US" sz="4000" b="0" i="0" dirty="0">
                <a:solidFill>
                  <a:schemeClr val="accent2">
                    <a:lumMod val="20000"/>
                    <a:lumOff val="80000"/>
                  </a:schemeClr>
                </a:solidFill>
                <a:effectLst/>
                <a:latin typeface="Comic Sans MS" panose="030F0702030302020204" pitchFamily="66" charset="0"/>
              </a:rPr>
              <a:t>a class of computer algorithms </a:t>
            </a:r>
            <a:r>
              <a:rPr lang="en-US" sz="4000" b="0" i="0" dirty="0">
                <a:solidFill>
                  <a:schemeClr val="tx2">
                    <a:lumMod val="20000"/>
                    <a:lumOff val="80000"/>
                  </a:schemeClr>
                </a:solidFill>
                <a:effectLst/>
                <a:latin typeface="Comic Sans MS" panose="030F0702030302020204" pitchFamily="66" charset="0"/>
              </a:rPr>
              <a:t>that </a:t>
            </a:r>
            <a:r>
              <a:rPr lang="en-US" sz="4000" b="0" i="0" u="sng" dirty="0">
                <a:solidFill>
                  <a:schemeClr val="tx2">
                    <a:lumMod val="20000"/>
                    <a:lumOff val="80000"/>
                  </a:schemeClr>
                </a:solidFill>
                <a:effectLst/>
                <a:latin typeface="Comic Sans MS" panose="030F0702030302020204" pitchFamily="66" charset="0"/>
              </a:rPr>
              <a:t>learn from examples </a:t>
            </a:r>
          </a:p>
          <a:p>
            <a:r>
              <a:rPr lang="en-US" sz="4000" b="0" i="0" dirty="0">
                <a:solidFill>
                  <a:schemeClr val="accent2">
                    <a:lumMod val="20000"/>
                    <a:lumOff val="80000"/>
                  </a:schemeClr>
                </a:solidFill>
                <a:effectLst/>
                <a:latin typeface="Comic Sans MS" panose="030F0702030302020204" pitchFamily="66" charset="0"/>
              </a:rPr>
              <a:t>rather than being explicitly </a:t>
            </a:r>
            <a:r>
              <a:rPr lang="en-US" sz="4000" b="0" i="0" dirty="0">
                <a:solidFill>
                  <a:schemeClr val="tx2">
                    <a:lumMod val="20000"/>
                    <a:lumOff val="80000"/>
                  </a:schemeClr>
                </a:solidFill>
                <a:effectLst/>
                <a:latin typeface="Comic Sans MS" panose="030F0702030302020204" pitchFamily="66" charset="0"/>
              </a:rPr>
              <a:t>programmed to perform a task</a:t>
            </a:r>
            <a:r>
              <a:rPr lang="en-US" sz="4000" b="0" i="0" dirty="0">
                <a:solidFill>
                  <a:schemeClr val="tx2">
                    <a:lumMod val="20000"/>
                    <a:lumOff val="80000"/>
                  </a:schemeClr>
                </a:solidFill>
                <a:effectLst/>
                <a:latin typeface="NexusSans"/>
              </a:rPr>
              <a:t>.</a:t>
            </a:r>
          </a:p>
          <a:p>
            <a:endParaRPr lang="en-IN" sz="4000" dirty="0"/>
          </a:p>
        </p:txBody>
      </p:sp>
    </p:spTree>
    <p:extLst>
      <p:ext uri="{BB962C8B-B14F-4D97-AF65-F5344CB8AC3E}">
        <p14:creationId xmlns:p14="http://schemas.microsoft.com/office/powerpoint/2010/main" val="4191028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C87E46-ECEB-4B4D-B1B8-6081A20B17C5}"/>
              </a:ext>
            </a:extLst>
          </p:cNvPr>
          <p:cNvSpPr txBox="1"/>
          <p:nvPr/>
        </p:nvSpPr>
        <p:spPr>
          <a:xfrm>
            <a:off x="1818640" y="908734"/>
            <a:ext cx="9174480" cy="4737556"/>
          </a:xfrm>
          <a:prstGeom prst="flowChartMultidocument">
            <a:avLst/>
          </a:prstGeom>
          <a:solidFill>
            <a:schemeClr val="tx2">
              <a:lumMod val="75000"/>
            </a:schemeClr>
          </a:solidFill>
          <a:ln w="38100">
            <a:solidFill>
              <a:srgbClr val="FFF2CC"/>
            </a:solidFill>
          </a:ln>
        </p:spPr>
        <p:txBody>
          <a:bodyPr wrap="square" rtlCol="0">
            <a:spAutoFit/>
          </a:bodyPr>
          <a:lstStyle/>
          <a:p>
            <a:r>
              <a:rPr lang="en-US" sz="4000" b="0" i="0" dirty="0">
                <a:solidFill>
                  <a:schemeClr val="accent3">
                    <a:lumMod val="60000"/>
                    <a:lumOff val="40000"/>
                  </a:schemeClr>
                </a:solidFill>
                <a:effectLst/>
                <a:latin typeface="Comic Sans MS" panose="030F0702030302020204" pitchFamily="66" charset="0"/>
              </a:rPr>
              <a:t>Machine learning </a:t>
            </a:r>
            <a:r>
              <a:rPr lang="en-US" sz="4000" dirty="0">
                <a:solidFill>
                  <a:schemeClr val="accent3">
                    <a:lumMod val="60000"/>
                    <a:lumOff val="40000"/>
                  </a:schemeClr>
                </a:solidFill>
                <a:latin typeface="Comic Sans MS" panose="030F0702030302020204" pitchFamily="66" charset="0"/>
              </a:rPr>
              <a:t>is a field </a:t>
            </a:r>
            <a:r>
              <a:rPr lang="en-US" sz="4000" b="0" i="0" dirty="0">
                <a:solidFill>
                  <a:schemeClr val="accent3">
                    <a:lumMod val="60000"/>
                    <a:lumOff val="40000"/>
                  </a:schemeClr>
                </a:solidFill>
                <a:effectLst/>
                <a:latin typeface="Comic Sans MS" panose="030F0702030302020204" pitchFamily="66" charset="0"/>
              </a:rPr>
              <a:t>which </a:t>
            </a:r>
            <a:r>
              <a:rPr lang="en-US" sz="4000" b="0" i="0" dirty="0">
                <a:solidFill>
                  <a:schemeClr val="accent2">
                    <a:lumMod val="20000"/>
                    <a:lumOff val="80000"/>
                  </a:schemeClr>
                </a:solidFill>
                <a:effectLst/>
                <a:latin typeface="Comic Sans MS" panose="030F0702030302020204" pitchFamily="66" charset="0"/>
              </a:rPr>
              <a:t>focuses on the use of data and algorithms</a:t>
            </a:r>
            <a:r>
              <a:rPr lang="en-US" sz="4000" b="0" i="0" dirty="0">
                <a:solidFill>
                  <a:schemeClr val="accent3">
                    <a:lumMod val="60000"/>
                    <a:lumOff val="40000"/>
                  </a:schemeClr>
                </a:solidFill>
                <a:effectLst/>
                <a:latin typeface="Comic Sans MS" panose="030F0702030302020204" pitchFamily="66" charset="0"/>
              </a:rPr>
              <a:t> to </a:t>
            </a:r>
            <a:r>
              <a:rPr lang="en-US" sz="4000" b="0" i="0" u="sng" dirty="0">
                <a:solidFill>
                  <a:schemeClr val="accent3">
                    <a:lumMod val="60000"/>
                    <a:lumOff val="40000"/>
                  </a:schemeClr>
                </a:solidFill>
                <a:effectLst/>
                <a:latin typeface="Comic Sans MS" panose="030F0702030302020204" pitchFamily="66" charset="0"/>
              </a:rPr>
              <a:t>imitate the way that humans learn</a:t>
            </a:r>
            <a:r>
              <a:rPr lang="en-US" sz="4000" b="0" i="0" dirty="0">
                <a:solidFill>
                  <a:schemeClr val="accent3">
                    <a:lumMod val="60000"/>
                    <a:lumOff val="40000"/>
                  </a:schemeClr>
                </a:solidFill>
                <a:effectLst/>
                <a:latin typeface="Comic Sans MS" panose="030F0702030302020204" pitchFamily="66" charset="0"/>
              </a:rPr>
              <a:t>, gradually improving its accuracy.</a:t>
            </a:r>
          </a:p>
          <a:p>
            <a:endParaRPr lang="en-IN" sz="4000" dirty="0">
              <a:solidFill>
                <a:schemeClr val="accent3">
                  <a:lumMod val="60000"/>
                  <a:lumOff val="40000"/>
                </a:schemeClr>
              </a:solidFill>
              <a:latin typeface="Comic Sans MS" panose="030F0702030302020204" pitchFamily="66" charset="0"/>
            </a:endParaRPr>
          </a:p>
        </p:txBody>
      </p:sp>
    </p:spTree>
    <p:extLst>
      <p:ext uri="{BB962C8B-B14F-4D97-AF65-F5344CB8AC3E}">
        <p14:creationId xmlns:p14="http://schemas.microsoft.com/office/powerpoint/2010/main" val="4017982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C87E46-ECEB-4B4D-B1B8-6081A20B17C5}"/>
              </a:ext>
            </a:extLst>
          </p:cNvPr>
          <p:cNvSpPr txBox="1"/>
          <p:nvPr/>
        </p:nvSpPr>
        <p:spPr>
          <a:xfrm>
            <a:off x="1737360" y="939214"/>
            <a:ext cx="9174480" cy="4737556"/>
          </a:xfrm>
          <a:prstGeom prst="flowChartMultidocument">
            <a:avLst/>
          </a:prstGeom>
          <a:solidFill>
            <a:schemeClr val="tx2">
              <a:lumMod val="75000"/>
            </a:schemeClr>
          </a:solidFill>
          <a:ln w="38100">
            <a:solidFill>
              <a:srgbClr val="DBDBDB"/>
            </a:solidFill>
          </a:ln>
        </p:spPr>
        <p:txBody>
          <a:bodyPr wrap="square" rtlCol="0">
            <a:spAutoFit/>
          </a:bodyPr>
          <a:lstStyle/>
          <a:p>
            <a:r>
              <a:rPr lang="en-US" sz="4000" i="0" dirty="0">
                <a:solidFill>
                  <a:schemeClr val="accent3">
                    <a:lumMod val="40000"/>
                    <a:lumOff val="60000"/>
                  </a:schemeClr>
                </a:solidFill>
                <a:effectLst/>
                <a:latin typeface="Comic Sans MS" panose="030F0702030302020204" pitchFamily="66" charset="0"/>
              </a:rPr>
              <a:t>Machine learning is a field of study that looks at using computational algorithms to </a:t>
            </a:r>
            <a:r>
              <a:rPr lang="en-US" sz="4000" i="0" dirty="0">
                <a:solidFill>
                  <a:srgbClr val="F8CBAD"/>
                </a:solidFill>
                <a:effectLst/>
                <a:latin typeface="Comic Sans MS" panose="030F0702030302020204" pitchFamily="66" charset="0"/>
              </a:rPr>
              <a:t>turn</a:t>
            </a:r>
            <a:r>
              <a:rPr lang="en-US" sz="4000" i="0" dirty="0">
                <a:solidFill>
                  <a:schemeClr val="accent3">
                    <a:lumMod val="40000"/>
                    <a:lumOff val="60000"/>
                  </a:schemeClr>
                </a:solidFill>
                <a:effectLst/>
                <a:latin typeface="Comic Sans MS" panose="030F0702030302020204" pitchFamily="66" charset="0"/>
              </a:rPr>
              <a:t> </a:t>
            </a:r>
            <a:r>
              <a:rPr lang="en-US" sz="4000" i="0" u="sng" dirty="0">
                <a:solidFill>
                  <a:schemeClr val="accent3">
                    <a:lumMod val="40000"/>
                    <a:lumOff val="60000"/>
                  </a:schemeClr>
                </a:solidFill>
                <a:effectLst/>
                <a:latin typeface="Comic Sans MS" panose="030F0702030302020204" pitchFamily="66" charset="0"/>
              </a:rPr>
              <a:t>empirical data </a:t>
            </a:r>
            <a:r>
              <a:rPr lang="en-US" sz="4000" i="0" dirty="0">
                <a:solidFill>
                  <a:schemeClr val="accent3">
                    <a:lumMod val="40000"/>
                    <a:lumOff val="60000"/>
                  </a:schemeClr>
                </a:solidFill>
                <a:effectLst/>
                <a:latin typeface="Comic Sans MS" panose="030F0702030302020204" pitchFamily="66" charset="0"/>
              </a:rPr>
              <a:t>into </a:t>
            </a:r>
          </a:p>
          <a:p>
            <a:r>
              <a:rPr lang="en-US" sz="4000" i="0" u="sng" dirty="0">
                <a:solidFill>
                  <a:schemeClr val="accent3">
                    <a:lumMod val="40000"/>
                    <a:lumOff val="60000"/>
                  </a:schemeClr>
                </a:solidFill>
                <a:effectLst/>
                <a:latin typeface="Comic Sans MS" panose="030F0702030302020204" pitchFamily="66" charset="0"/>
              </a:rPr>
              <a:t>usable models</a:t>
            </a:r>
            <a:r>
              <a:rPr lang="en-US" sz="4000" i="0" dirty="0">
                <a:solidFill>
                  <a:schemeClr val="accent3">
                    <a:lumMod val="40000"/>
                    <a:lumOff val="60000"/>
                  </a:schemeClr>
                </a:solidFill>
                <a:effectLst/>
                <a:latin typeface="Comic Sans MS" panose="030F0702030302020204" pitchFamily="66" charset="0"/>
              </a:rPr>
              <a:t>.</a:t>
            </a:r>
          </a:p>
          <a:p>
            <a:endParaRPr lang="en-IN" sz="4000" dirty="0">
              <a:solidFill>
                <a:schemeClr val="accent3">
                  <a:lumMod val="40000"/>
                  <a:lumOff val="60000"/>
                </a:schemeClr>
              </a:solidFill>
              <a:latin typeface="Comic Sans MS" panose="030F0702030302020204" pitchFamily="66" charset="0"/>
            </a:endParaRPr>
          </a:p>
        </p:txBody>
      </p:sp>
    </p:spTree>
    <p:extLst>
      <p:ext uri="{BB962C8B-B14F-4D97-AF65-F5344CB8AC3E}">
        <p14:creationId xmlns:p14="http://schemas.microsoft.com/office/powerpoint/2010/main" val="1842753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0" name="Group 9">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4267200"/>
            <a:chOff x="7467600" y="0"/>
            <a:chExt cx="4724400" cy="6858000"/>
          </a:xfrm>
        </p:grpSpPr>
        <p:sp>
          <p:nvSpPr>
            <p:cNvPr id="11" name="Rectangle 10">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3">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6" name="Rectangle 15">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201"/>
            <a:ext cx="112776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TextBox 1">
            <a:extLst>
              <a:ext uri="{FF2B5EF4-FFF2-40B4-BE49-F238E27FC236}">
                <a16:creationId xmlns:a16="http://schemas.microsoft.com/office/drawing/2014/main" id="{265DADCE-B1B1-B68E-42E5-94F62B31EEED}"/>
              </a:ext>
            </a:extLst>
          </p:cNvPr>
          <p:cNvGraphicFramePr/>
          <p:nvPr>
            <p:extLst>
              <p:ext uri="{D42A27DB-BD31-4B8C-83A1-F6EECF244321}">
                <p14:modId xmlns:p14="http://schemas.microsoft.com/office/powerpoint/2010/main" val="2201848230"/>
              </p:ext>
            </p:extLst>
          </p:nvPr>
        </p:nvGraphicFramePr>
        <p:xfrm>
          <a:off x="685800" y="2137228"/>
          <a:ext cx="10820400" cy="3733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9435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Isosceles Triangle 23">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5">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Diagram 1">
            <a:extLst>
              <a:ext uri="{FF2B5EF4-FFF2-40B4-BE49-F238E27FC236}">
                <a16:creationId xmlns:a16="http://schemas.microsoft.com/office/drawing/2014/main" id="{927E1EA7-4302-43CE-8FEF-CC0C9BD56D88}"/>
              </a:ext>
            </a:extLst>
          </p:cNvPr>
          <p:cNvGraphicFramePr/>
          <p:nvPr>
            <p:extLst>
              <p:ext uri="{D42A27DB-BD31-4B8C-83A1-F6EECF244321}">
                <p14:modId xmlns:p14="http://schemas.microsoft.com/office/powerpoint/2010/main" val="3201737984"/>
              </p:ext>
            </p:extLst>
          </p:nvPr>
        </p:nvGraphicFramePr>
        <p:xfrm>
          <a:off x="809470" y="539647"/>
          <a:ext cx="10238282" cy="5351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30576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E65BAD9-9F29-4C09-8ECE-58D3643F2F5C}"/>
              </a:ext>
            </a:extLst>
          </p:cNvPr>
          <p:cNvGrpSpPr/>
          <p:nvPr/>
        </p:nvGrpSpPr>
        <p:grpSpPr>
          <a:xfrm>
            <a:off x="132080" y="200236"/>
            <a:ext cx="4043680" cy="2698327"/>
            <a:chOff x="0" y="0"/>
            <a:chExt cx="4043680" cy="2698327"/>
          </a:xfrm>
        </p:grpSpPr>
        <p:sp>
          <p:nvSpPr>
            <p:cNvPr id="4" name="Rectangle: Single Corner Rounded 3">
              <a:extLst>
                <a:ext uri="{FF2B5EF4-FFF2-40B4-BE49-F238E27FC236}">
                  <a16:creationId xmlns:a16="http://schemas.microsoft.com/office/drawing/2014/main" id="{1B2EBB47-95C9-4498-935A-C89BCE7EE0D8}"/>
                </a:ext>
              </a:extLst>
            </p:cNvPr>
            <p:cNvSpPr/>
            <p:nvPr/>
          </p:nvSpPr>
          <p:spPr>
            <a:xfrm rot="16200000">
              <a:off x="672676" y="-672676"/>
              <a:ext cx="2698327" cy="4043680"/>
            </a:xfrm>
            <a:prstGeom prst="round1Rect">
              <a:avLst/>
            </a:pr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a:lstStyle/>
            <a:p>
              <a:endParaRPr lang="en-US"/>
            </a:p>
          </p:txBody>
        </p:sp>
        <p:sp>
          <p:nvSpPr>
            <p:cNvPr id="5" name="Rectangle: Single Corner Rounded 4">
              <a:extLst>
                <a:ext uri="{FF2B5EF4-FFF2-40B4-BE49-F238E27FC236}">
                  <a16:creationId xmlns:a16="http://schemas.microsoft.com/office/drawing/2014/main" id="{2ED40CD3-0F0C-4FC7-A885-141CDAA0AA0C}"/>
                </a:ext>
              </a:extLst>
            </p:cNvPr>
            <p:cNvSpPr txBox="1"/>
            <p:nvPr/>
          </p:nvSpPr>
          <p:spPr>
            <a:xfrm rot="21600000">
              <a:off x="0" y="0"/>
              <a:ext cx="4043680" cy="202374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IN" sz="3600" kern="1200" dirty="0">
                  <a:latin typeface="Comic Sans MS" panose="030F0702030302020204" pitchFamily="66" charset="0"/>
                </a:rPr>
                <a:t>Supervised</a:t>
              </a:r>
            </a:p>
          </p:txBody>
        </p:sp>
      </p:grpSp>
      <p:sp>
        <p:nvSpPr>
          <p:cNvPr id="6" name="TextBox 5">
            <a:extLst>
              <a:ext uri="{FF2B5EF4-FFF2-40B4-BE49-F238E27FC236}">
                <a16:creationId xmlns:a16="http://schemas.microsoft.com/office/drawing/2014/main" id="{4E739D70-3ABD-4FEA-86D2-E0E17BCC27C1}"/>
              </a:ext>
            </a:extLst>
          </p:cNvPr>
          <p:cNvSpPr txBox="1"/>
          <p:nvPr/>
        </p:nvSpPr>
        <p:spPr>
          <a:xfrm>
            <a:off x="4175760" y="117693"/>
            <a:ext cx="8138160" cy="6740307"/>
          </a:xfrm>
          <a:prstGeom prst="rect">
            <a:avLst/>
          </a:prstGeom>
          <a:noFill/>
        </p:spPr>
        <p:txBody>
          <a:bodyPr wrap="square" rtlCol="0">
            <a:spAutoFit/>
          </a:bodyPr>
          <a:lstStyle/>
          <a:p>
            <a:pPr marL="457200" indent="-457200" algn="l">
              <a:buFont typeface="Arial" panose="020B0604020202020204" pitchFamily="34" charset="0"/>
              <a:buChar char="•"/>
            </a:pPr>
            <a:r>
              <a:rPr lang="en-US" sz="2400" b="0" i="0" dirty="0">
                <a:effectLst/>
                <a:latin typeface="Comic Sans MS" panose="030F0702030302020204" pitchFamily="66" charset="0"/>
              </a:rPr>
              <a:t>In Supervised learning, you train the machine using data which is well </a:t>
            </a:r>
            <a:r>
              <a:rPr lang="en-US" sz="2400" b="1" i="0" dirty="0">
                <a:effectLst/>
                <a:latin typeface="Comic Sans MS" panose="030F0702030302020204" pitchFamily="66" charset="0"/>
              </a:rPr>
              <a:t>"labeled</a:t>
            </a:r>
            <a:r>
              <a:rPr lang="en-US" sz="2400" b="0" i="0" dirty="0">
                <a:effectLst/>
                <a:latin typeface="Comic Sans MS" panose="030F0702030302020204" pitchFamily="66" charset="0"/>
              </a:rPr>
              <a:t>." </a:t>
            </a:r>
          </a:p>
          <a:p>
            <a:pPr marL="457200" indent="-457200" algn="l">
              <a:buFont typeface="Arial" panose="020B0604020202020204" pitchFamily="34" charset="0"/>
              <a:buChar char="•"/>
            </a:pPr>
            <a:endParaRPr lang="en-US" sz="2400" b="0" i="0" dirty="0">
              <a:effectLst/>
              <a:latin typeface="Comic Sans MS" panose="030F0702030302020204" pitchFamily="66" charset="0"/>
            </a:endParaRPr>
          </a:p>
          <a:p>
            <a:pPr marL="457200" indent="-457200" algn="l">
              <a:buFont typeface="Arial" panose="020B0604020202020204" pitchFamily="34" charset="0"/>
              <a:buChar char="•"/>
            </a:pPr>
            <a:r>
              <a:rPr lang="en-US" sz="2400" b="0" i="0" dirty="0">
                <a:effectLst/>
                <a:latin typeface="Comic Sans MS" panose="030F0702030302020204" pitchFamily="66" charset="0"/>
              </a:rPr>
              <a:t>It means data is already tagged with the correct answer. </a:t>
            </a:r>
          </a:p>
          <a:p>
            <a:pPr marL="457200" indent="-457200" algn="l">
              <a:buFont typeface="Arial" panose="020B0604020202020204" pitchFamily="34" charset="0"/>
              <a:buChar char="•"/>
            </a:pPr>
            <a:endParaRPr lang="en-US" sz="2400" b="0" i="0" dirty="0">
              <a:effectLst/>
              <a:latin typeface="Comic Sans MS" panose="030F0702030302020204" pitchFamily="66" charset="0"/>
            </a:endParaRPr>
          </a:p>
          <a:p>
            <a:pPr marL="457200" indent="-457200" algn="l">
              <a:buFont typeface="Arial" panose="020B0604020202020204" pitchFamily="34" charset="0"/>
              <a:buChar char="•"/>
            </a:pPr>
            <a:r>
              <a:rPr lang="en-US" sz="2400" b="0" i="0" dirty="0">
                <a:effectLst/>
                <a:latin typeface="Comic Sans MS" panose="030F0702030302020204" pitchFamily="66" charset="0"/>
              </a:rPr>
              <a:t>It can be compared to learning which takes place in the presence of a supervisor or a teacher.</a:t>
            </a:r>
          </a:p>
          <a:p>
            <a:pPr marL="457200" indent="-457200" algn="l">
              <a:buFont typeface="Arial" panose="020B0604020202020204" pitchFamily="34" charset="0"/>
              <a:buChar char="•"/>
            </a:pPr>
            <a:endParaRPr lang="en-US" sz="2400" b="0" i="0" dirty="0">
              <a:effectLst/>
              <a:latin typeface="Comic Sans MS" panose="030F0702030302020204" pitchFamily="66" charset="0"/>
            </a:endParaRPr>
          </a:p>
          <a:p>
            <a:pPr marL="457200" indent="-457200" algn="l">
              <a:buFont typeface="Arial" panose="020B0604020202020204" pitchFamily="34" charset="0"/>
              <a:buChar char="•"/>
            </a:pPr>
            <a:r>
              <a:rPr lang="en-US" sz="2400" b="0" i="0" dirty="0">
                <a:effectLst/>
                <a:latin typeface="Comic Sans MS" panose="030F0702030302020204" pitchFamily="66" charset="0"/>
              </a:rPr>
              <a:t>A supervised learning algorithm learns from labeled training data, helps you to predict outcomes for unforeseen data.</a:t>
            </a:r>
          </a:p>
          <a:p>
            <a:pPr marL="285750" indent="-285750">
              <a:buFont typeface="Arial" panose="020B0604020202020204" pitchFamily="34" charset="0"/>
              <a:buChar char="•"/>
            </a:pPr>
            <a:endParaRPr lang="en-IN" sz="2400" dirty="0">
              <a:latin typeface="Comic Sans MS" panose="030F0702030302020204" pitchFamily="66" charset="0"/>
            </a:endParaRPr>
          </a:p>
          <a:p>
            <a:pPr marL="285750" indent="-285750">
              <a:buFont typeface="Arial" panose="020B0604020202020204" pitchFamily="34" charset="0"/>
              <a:buChar char="•"/>
            </a:pPr>
            <a:r>
              <a:rPr lang="en-US" sz="2400" dirty="0">
                <a:latin typeface="Comic Sans MS" panose="030F0702030302020204" pitchFamily="66" charset="0"/>
              </a:rPr>
              <a:t>One </a:t>
            </a:r>
            <a:r>
              <a:rPr lang="en-US" sz="2400" b="0" i="0" dirty="0">
                <a:effectLst/>
                <a:latin typeface="Comic Sans MS" panose="030F0702030302020204" pitchFamily="66" charset="0"/>
              </a:rPr>
              <a:t>disadvantage of this learning method is that the dataset has to be hand-labeled either by a Machine Learning Engineer or a Data Scientist. This is a very </a:t>
            </a:r>
            <a:r>
              <a:rPr lang="en-US" sz="2400" b="0" i="1" dirty="0">
                <a:effectLst/>
                <a:latin typeface="Comic Sans MS" panose="030F0702030302020204" pitchFamily="66" charset="0"/>
              </a:rPr>
              <a:t>costly process</a:t>
            </a:r>
            <a:r>
              <a:rPr lang="en-US" sz="2400" b="0" i="0" dirty="0">
                <a:effectLst/>
                <a:latin typeface="Comic Sans MS" panose="030F0702030302020204" pitchFamily="66" charset="0"/>
              </a:rPr>
              <a:t>, especially when dealing with large volumes of data. </a:t>
            </a:r>
            <a:endParaRPr lang="en-IN" sz="2400" dirty="0">
              <a:latin typeface="Comic Sans MS" panose="030F0702030302020204" pitchFamily="66" charset="0"/>
            </a:endParaRPr>
          </a:p>
        </p:txBody>
      </p:sp>
    </p:spTree>
    <p:extLst>
      <p:ext uri="{BB962C8B-B14F-4D97-AF65-F5344CB8AC3E}">
        <p14:creationId xmlns:p14="http://schemas.microsoft.com/office/powerpoint/2010/main" val="2492053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26" name="Picture 2" descr="Supervised-learning">
            <a:extLst>
              <a:ext uri="{FF2B5EF4-FFF2-40B4-BE49-F238E27FC236}">
                <a16:creationId xmlns:a16="http://schemas.microsoft.com/office/drawing/2014/main" id="{2DEDF4D8-0399-2ED1-3830-D34BC1D5969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656"/>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7702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Freeform: Shape 12">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Arc 14">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918C1576-B62E-42A4-881C-41B9652EE31E}"/>
              </a:ext>
            </a:extLst>
          </p:cNvPr>
          <p:cNvSpPr txBox="1"/>
          <p:nvPr/>
        </p:nvSpPr>
        <p:spPr>
          <a:xfrm>
            <a:off x="838201" y="1984443"/>
            <a:ext cx="5257800" cy="4192520"/>
          </a:xfrm>
          <a:prstGeom prst="rect">
            <a:avLst/>
          </a:prstGeom>
        </p:spPr>
        <p:txBody>
          <a:bodyPr vert="horz" lIns="91440" tIns="45720" rIns="91440" bIns="45720" rtlCol="0">
            <a:normAutofit/>
          </a:bodyPr>
          <a:lstStyle/>
          <a:p>
            <a:pPr marL="342900" indent="-228600">
              <a:lnSpc>
                <a:spcPct val="90000"/>
              </a:lnSpc>
              <a:spcAft>
                <a:spcPts val="600"/>
              </a:spcAft>
              <a:buFont typeface="Arial" panose="020B0604020202020204" pitchFamily="34" charset="0"/>
              <a:buChar char="•"/>
            </a:pPr>
            <a:r>
              <a:rPr lang="en-US" sz="1500" i="0">
                <a:effectLst/>
              </a:rPr>
              <a:t>Unsupervised Learning is a machine learning technique in which the users do not need to supervise the model.</a:t>
            </a:r>
          </a:p>
          <a:p>
            <a:pPr marL="342900" indent="-228600">
              <a:lnSpc>
                <a:spcPct val="90000"/>
              </a:lnSpc>
              <a:spcAft>
                <a:spcPts val="600"/>
              </a:spcAft>
              <a:buFont typeface="Arial" panose="020B0604020202020204" pitchFamily="34" charset="0"/>
              <a:buChar char="•"/>
            </a:pPr>
            <a:endParaRPr lang="en-US" sz="1500" i="0">
              <a:effectLst/>
            </a:endParaRPr>
          </a:p>
          <a:p>
            <a:pPr marL="342900" indent="-228600">
              <a:lnSpc>
                <a:spcPct val="90000"/>
              </a:lnSpc>
              <a:spcAft>
                <a:spcPts val="600"/>
              </a:spcAft>
              <a:buFont typeface="Arial" panose="020B0604020202020204" pitchFamily="34" charset="0"/>
              <a:buChar char="•"/>
            </a:pPr>
            <a:r>
              <a:rPr lang="en-US" sz="1500" i="0">
                <a:effectLst/>
              </a:rPr>
              <a:t>Instead, it allows the model to work on its own to discover patterns and information that was previously undetected. </a:t>
            </a:r>
          </a:p>
          <a:p>
            <a:pPr marL="342900" indent="-228600">
              <a:lnSpc>
                <a:spcPct val="90000"/>
              </a:lnSpc>
              <a:spcAft>
                <a:spcPts val="600"/>
              </a:spcAft>
              <a:buFont typeface="Arial" panose="020B0604020202020204" pitchFamily="34" charset="0"/>
              <a:buChar char="•"/>
            </a:pPr>
            <a:endParaRPr lang="en-US" sz="1500" i="0">
              <a:effectLst/>
            </a:endParaRPr>
          </a:p>
          <a:p>
            <a:pPr marL="342900" indent="-228600">
              <a:lnSpc>
                <a:spcPct val="90000"/>
              </a:lnSpc>
              <a:spcAft>
                <a:spcPts val="600"/>
              </a:spcAft>
              <a:buFont typeface="Arial" panose="020B0604020202020204" pitchFamily="34" charset="0"/>
              <a:buChar char="•"/>
            </a:pPr>
            <a:r>
              <a:rPr lang="en-US" sz="1500" i="0">
                <a:effectLst/>
              </a:rPr>
              <a:t>It mainly deals with the unlabeled data.</a:t>
            </a:r>
          </a:p>
          <a:p>
            <a:pPr marL="342900" indent="-228600">
              <a:lnSpc>
                <a:spcPct val="90000"/>
              </a:lnSpc>
              <a:spcAft>
                <a:spcPts val="600"/>
              </a:spcAft>
              <a:buFont typeface="Arial" panose="020B0604020202020204" pitchFamily="34" charset="0"/>
              <a:buChar char="•"/>
            </a:pPr>
            <a:endParaRPr lang="en-US" sz="1500"/>
          </a:p>
          <a:p>
            <a:pPr marL="342900" indent="-228600">
              <a:lnSpc>
                <a:spcPct val="90000"/>
              </a:lnSpc>
              <a:spcAft>
                <a:spcPts val="600"/>
              </a:spcAft>
              <a:buFont typeface="Arial" panose="020B0604020202020204" pitchFamily="34" charset="0"/>
              <a:buChar char="•"/>
            </a:pPr>
            <a:r>
              <a:rPr lang="en-US" sz="1500" b="0" i="0">
                <a:effectLst/>
              </a:rPr>
              <a:t>Unsupervised learning problems are grouped into clustering and association problems.</a:t>
            </a:r>
          </a:p>
          <a:p>
            <a:pPr marL="342900" indent="-228600">
              <a:lnSpc>
                <a:spcPct val="90000"/>
              </a:lnSpc>
              <a:spcAft>
                <a:spcPts val="600"/>
              </a:spcAft>
              <a:buFont typeface="Arial" panose="020B0604020202020204" pitchFamily="34" charset="0"/>
              <a:buChar char="•"/>
            </a:pPr>
            <a:endParaRPr lang="en-US" sz="1500"/>
          </a:p>
          <a:p>
            <a:pPr marL="342900" indent="-228600">
              <a:lnSpc>
                <a:spcPct val="90000"/>
              </a:lnSpc>
              <a:spcAft>
                <a:spcPts val="600"/>
              </a:spcAft>
              <a:buFont typeface="Arial" panose="020B0604020202020204" pitchFamily="34" charset="0"/>
              <a:buChar char="•"/>
            </a:pPr>
            <a:r>
              <a:rPr lang="en-US" sz="1500" i="0">
                <a:effectLst/>
              </a:rPr>
              <a:t>The most basic disadvantage of any Unsupervised Learning is that it’s application spectrum is limited.</a:t>
            </a:r>
            <a:endParaRPr lang="en-US" sz="1500"/>
          </a:p>
        </p:txBody>
      </p:sp>
      <p:grpSp>
        <p:nvGrpSpPr>
          <p:cNvPr id="3" name="Group 2">
            <a:extLst>
              <a:ext uri="{FF2B5EF4-FFF2-40B4-BE49-F238E27FC236}">
                <a16:creationId xmlns:a16="http://schemas.microsoft.com/office/drawing/2014/main" id="{B7DE0CAB-79AC-40AC-9264-F16FF23CC607}"/>
              </a:ext>
            </a:extLst>
          </p:cNvPr>
          <p:cNvGrpSpPr/>
          <p:nvPr/>
        </p:nvGrpSpPr>
        <p:grpSpPr>
          <a:xfrm>
            <a:off x="6541053" y="1748685"/>
            <a:ext cx="4777381" cy="3187922"/>
            <a:chOff x="4043680" y="0"/>
            <a:chExt cx="4043680" cy="2698327"/>
          </a:xfrm>
        </p:grpSpPr>
        <p:sp>
          <p:nvSpPr>
            <p:cNvPr id="4" name="Rectangle: Single Corner Rounded 3">
              <a:extLst>
                <a:ext uri="{FF2B5EF4-FFF2-40B4-BE49-F238E27FC236}">
                  <a16:creationId xmlns:a16="http://schemas.microsoft.com/office/drawing/2014/main" id="{356A8E44-EB45-4271-8B0A-52C238143705}"/>
                </a:ext>
              </a:extLst>
            </p:cNvPr>
            <p:cNvSpPr/>
            <p:nvPr/>
          </p:nvSpPr>
          <p:spPr>
            <a:xfrm>
              <a:off x="4043680" y="0"/>
              <a:ext cx="4043680" cy="2698327"/>
            </a:xfrm>
            <a:prstGeom prst="round1Rect">
              <a:avLst/>
            </a:prstGeom>
          </p:spPr>
          <p:style>
            <a:lnRef idx="0">
              <a:schemeClr val="lt1">
                <a:hueOff val="0"/>
                <a:satOff val="0"/>
                <a:lumOff val="0"/>
                <a:alphaOff val="0"/>
              </a:schemeClr>
            </a:lnRef>
            <a:fillRef idx="3">
              <a:schemeClr val="accent2">
                <a:hueOff val="-485121"/>
                <a:satOff val="-27976"/>
                <a:lumOff val="2876"/>
                <a:alphaOff val="0"/>
              </a:schemeClr>
            </a:fillRef>
            <a:effectRef idx="3">
              <a:schemeClr val="accent2">
                <a:hueOff val="-485121"/>
                <a:satOff val="-27976"/>
                <a:lumOff val="2876"/>
                <a:alphaOff val="0"/>
              </a:schemeClr>
            </a:effectRef>
            <a:fontRef idx="minor">
              <a:schemeClr val="lt1"/>
            </a:fontRef>
          </p:style>
          <p:txBody>
            <a:bodyPr/>
            <a:lstStyle/>
            <a:p>
              <a:endParaRPr lang="en-US"/>
            </a:p>
          </p:txBody>
        </p:sp>
        <p:sp>
          <p:nvSpPr>
            <p:cNvPr id="5" name="Rectangle: Single Corner Rounded 4">
              <a:extLst>
                <a:ext uri="{FF2B5EF4-FFF2-40B4-BE49-F238E27FC236}">
                  <a16:creationId xmlns:a16="http://schemas.microsoft.com/office/drawing/2014/main" id="{8A67E7E0-C354-48D1-ACD2-8185FC6D7015}"/>
                </a:ext>
              </a:extLst>
            </p:cNvPr>
            <p:cNvSpPr txBox="1"/>
            <p:nvPr/>
          </p:nvSpPr>
          <p:spPr>
            <a:xfrm>
              <a:off x="4043680" y="0"/>
              <a:ext cx="4043680" cy="202374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6032" tIns="256032" rIns="256032" bIns="256032" numCol="1" spcCol="1270" anchor="ctr" anchorCtr="0">
              <a:noAutofit/>
            </a:bodyPr>
            <a:lstStyle/>
            <a:p>
              <a:pPr algn="ctr" defTabSz="1888236">
                <a:lnSpc>
                  <a:spcPct val="90000"/>
                </a:lnSpc>
                <a:spcBef>
                  <a:spcPct val="0"/>
                </a:spcBef>
                <a:spcAft>
                  <a:spcPct val="35000"/>
                </a:spcAft>
              </a:pPr>
              <a:r>
                <a:rPr lang="en-IN" sz="4248" kern="1200">
                  <a:solidFill>
                    <a:schemeClr val="lt1"/>
                  </a:solidFill>
                  <a:latin typeface="Comic Sans MS" panose="030F0702030302020204" pitchFamily="66" charset="0"/>
                  <a:ea typeface="+mn-ea"/>
                  <a:cs typeface="+mn-cs"/>
                </a:rPr>
                <a:t>Unsupervised</a:t>
              </a:r>
              <a:endParaRPr lang="en-IN" sz="3600" kern="1200">
                <a:latin typeface="Comic Sans MS" panose="030F0702030302020204" pitchFamily="66" charset="0"/>
              </a:endParaRPr>
            </a:p>
          </p:txBody>
        </p:sp>
      </p:grpSp>
    </p:spTree>
    <p:extLst>
      <p:ext uri="{BB962C8B-B14F-4D97-AF65-F5344CB8AC3E}">
        <p14:creationId xmlns:p14="http://schemas.microsoft.com/office/powerpoint/2010/main" val="519914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98E734F-A23F-EE42-E5DB-39B77A570B70}"/>
              </a:ext>
            </a:extLst>
          </p:cNvPr>
          <p:cNvPicPr>
            <a:picLocks noChangeAspect="1"/>
          </p:cNvPicPr>
          <p:nvPr/>
        </p:nvPicPr>
        <p:blipFill>
          <a:blip r:embed="rId2"/>
          <a:stretch>
            <a:fillRect/>
          </a:stretch>
        </p:blipFill>
        <p:spPr>
          <a:xfrm>
            <a:off x="643467" y="1561507"/>
            <a:ext cx="10905066" cy="3734985"/>
          </a:xfrm>
          <a:prstGeom prst="rect">
            <a:avLst/>
          </a:prstGeom>
        </p:spPr>
      </p:pic>
    </p:spTree>
    <p:extLst>
      <p:ext uri="{BB962C8B-B14F-4D97-AF65-F5344CB8AC3E}">
        <p14:creationId xmlns:p14="http://schemas.microsoft.com/office/powerpoint/2010/main" val="451603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Freeform: Shape 12">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Arc 14">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EBEB9D79-45EE-482B-8ACD-6D1375009E51}"/>
              </a:ext>
            </a:extLst>
          </p:cNvPr>
          <p:cNvSpPr txBox="1"/>
          <p:nvPr/>
        </p:nvSpPr>
        <p:spPr>
          <a:xfrm>
            <a:off x="838201" y="1984443"/>
            <a:ext cx="5257800" cy="4192520"/>
          </a:xfrm>
          <a:prstGeom prst="rect">
            <a:avLst/>
          </a:prstGeom>
        </p:spPr>
        <p:txBody>
          <a:bodyPr vert="horz" lIns="91440" tIns="45720" rIns="91440" bIns="45720" rtlCol="0">
            <a:normAutofit/>
          </a:bodyPr>
          <a:lstStyle/>
          <a:p>
            <a:pPr marL="342900" indent="-228600">
              <a:lnSpc>
                <a:spcPct val="90000"/>
              </a:lnSpc>
              <a:spcAft>
                <a:spcPts val="600"/>
              </a:spcAft>
              <a:buFont typeface="Arial" panose="020B0604020202020204" pitchFamily="34" charset="0"/>
              <a:buChar char="•"/>
            </a:pPr>
            <a:r>
              <a:rPr lang="en-US" b="0" i="0">
                <a:effectLst/>
              </a:rPr>
              <a:t>Semi-supervised learning is the type of machine learning that uses a combination of a small amount of labeled data and a large amount of unlabeled data to train models. </a:t>
            </a:r>
          </a:p>
          <a:p>
            <a:pPr marL="342900" indent="-228600">
              <a:lnSpc>
                <a:spcPct val="90000"/>
              </a:lnSpc>
              <a:spcAft>
                <a:spcPts val="600"/>
              </a:spcAft>
              <a:buFont typeface="Arial" panose="020B0604020202020204" pitchFamily="34" charset="0"/>
              <a:buChar char="•"/>
            </a:pPr>
            <a:endParaRPr lang="en-US"/>
          </a:p>
          <a:p>
            <a:pPr indent="-228600">
              <a:lnSpc>
                <a:spcPct val="90000"/>
              </a:lnSpc>
              <a:spcAft>
                <a:spcPts val="600"/>
              </a:spcAft>
              <a:buFont typeface="Arial" panose="020B0604020202020204" pitchFamily="34" charset="0"/>
              <a:buChar char="•"/>
            </a:pPr>
            <a:r>
              <a:rPr lang="en-US" b="0" i="0">
                <a:effectLst/>
              </a:rPr>
              <a:t>Intuitively, one may imagine the three types of learning algorithms as :</a:t>
            </a:r>
          </a:p>
          <a:p>
            <a:pPr marL="342900" indent="-228600">
              <a:lnSpc>
                <a:spcPct val="90000"/>
              </a:lnSpc>
              <a:spcAft>
                <a:spcPts val="600"/>
              </a:spcAft>
              <a:buFont typeface="Arial" panose="020B0604020202020204" pitchFamily="34" charset="0"/>
              <a:buChar char="•"/>
            </a:pPr>
            <a:r>
              <a:rPr lang="en-US" b="0" i="0">
                <a:effectLst/>
              </a:rPr>
              <a:t>Supervised learning where a student is under the supervision of a teacher at both home and school.</a:t>
            </a:r>
          </a:p>
          <a:p>
            <a:pPr marL="342900" indent="-228600">
              <a:lnSpc>
                <a:spcPct val="90000"/>
              </a:lnSpc>
              <a:spcAft>
                <a:spcPts val="600"/>
              </a:spcAft>
              <a:buFont typeface="Arial" panose="020B0604020202020204" pitchFamily="34" charset="0"/>
              <a:buChar char="•"/>
            </a:pPr>
            <a:r>
              <a:rPr lang="en-US" b="0" i="0">
                <a:effectLst/>
              </a:rPr>
              <a:t>Unsupervised learning where a student has to figure out a concept himself.</a:t>
            </a:r>
          </a:p>
          <a:p>
            <a:pPr marL="342900" indent="-228600">
              <a:lnSpc>
                <a:spcPct val="90000"/>
              </a:lnSpc>
              <a:spcAft>
                <a:spcPts val="600"/>
              </a:spcAft>
              <a:buFont typeface="Arial" panose="020B0604020202020204" pitchFamily="34" charset="0"/>
              <a:buChar char="•"/>
            </a:pPr>
            <a:r>
              <a:rPr lang="en-US" b="0" i="0">
                <a:effectLst/>
              </a:rPr>
              <a:t>Semi-Supervised learning where a teacher teaches a few concepts in class and gives questions as homework which are based on similar concepts.</a:t>
            </a:r>
            <a:endParaRPr lang="en-US"/>
          </a:p>
        </p:txBody>
      </p:sp>
      <p:grpSp>
        <p:nvGrpSpPr>
          <p:cNvPr id="3" name="Group 2">
            <a:extLst>
              <a:ext uri="{FF2B5EF4-FFF2-40B4-BE49-F238E27FC236}">
                <a16:creationId xmlns:a16="http://schemas.microsoft.com/office/drawing/2014/main" id="{B5F7B212-E4ED-4621-9176-736F032BBE0E}"/>
              </a:ext>
            </a:extLst>
          </p:cNvPr>
          <p:cNvGrpSpPr/>
          <p:nvPr/>
        </p:nvGrpSpPr>
        <p:grpSpPr>
          <a:xfrm>
            <a:off x="6541053" y="1748685"/>
            <a:ext cx="4777381" cy="3187922"/>
            <a:chOff x="0" y="2698327"/>
            <a:chExt cx="4043680" cy="2698327"/>
          </a:xfrm>
        </p:grpSpPr>
        <p:sp>
          <p:nvSpPr>
            <p:cNvPr id="4" name="Rectangle: Single Corner Rounded 3">
              <a:extLst>
                <a:ext uri="{FF2B5EF4-FFF2-40B4-BE49-F238E27FC236}">
                  <a16:creationId xmlns:a16="http://schemas.microsoft.com/office/drawing/2014/main" id="{7E731C97-2B33-43D3-913E-F06EEE8594C3}"/>
                </a:ext>
              </a:extLst>
            </p:cNvPr>
            <p:cNvSpPr/>
            <p:nvPr/>
          </p:nvSpPr>
          <p:spPr>
            <a:xfrm rot="10800000">
              <a:off x="0" y="2698327"/>
              <a:ext cx="4043680" cy="2698327"/>
            </a:xfrm>
            <a:prstGeom prst="round1Rect">
              <a:avLst/>
            </a:prstGeom>
          </p:spPr>
          <p:style>
            <a:lnRef idx="0">
              <a:schemeClr val="lt1">
                <a:hueOff val="0"/>
                <a:satOff val="0"/>
                <a:lumOff val="0"/>
                <a:alphaOff val="0"/>
              </a:schemeClr>
            </a:lnRef>
            <a:fillRef idx="3">
              <a:schemeClr val="accent2">
                <a:hueOff val="-970242"/>
                <a:satOff val="-55952"/>
                <a:lumOff val="5752"/>
                <a:alphaOff val="0"/>
              </a:schemeClr>
            </a:fillRef>
            <a:effectRef idx="3">
              <a:schemeClr val="accent2">
                <a:hueOff val="-970242"/>
                <a:satOff val="-55952"/>
                <a:lumOff val="5752"/>
                <a:alphaOff val="0"/>
              </a:schemeClr>
            </a:effectRef>
            <a:fontRef idx="minor">
              <a:schemeClr val="lt1"/>
            </a:fontRef>
          </p:style>
          <p:txBody>
            <a:bodyPr/>
            <a:lstStyle/>
            <a:p>
              <a:endParaRPr lang="en-US"/>
            </a:p>
          </p:txBody>
        </p:sp>
        <p:sp>
          <p:nvSpPr>
            <p:cNvPr id="5" name="Rectangle: Single Corner Rounded 4">
              <a:extLst>
                <a:ext uri="{FF2B5EF4-FFF2-40B4-BE49-F238E27FC236}">
                  <a16:creationId xmlns:a16="http://schemas.microsoft.com/office/drawing/2014/main" id="{32E18F5E-92A9-4D03-A07F-8C870215AC18}"/>
                </a:ext>
              </a:extLst>
            </p:cNvPr>
            <p:cNvSpPr txBox="1"/>
            <p:nvPr/>
          </p:nvSpPr>
          <p:spPr>
            <a:xfrm rot="21600000">
              <a:off x="0" y="3372908"/>
              <a:ext cx="4043680" cy="202374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6032" tIns="256032" rIns="256032" bIns="256032" numCol="1" spcCol="1270" anchor="ctr" anchorCtr="0">
              <a:noAutofit/>
            </a:bodyPr>
            <a:lstStyle/>
            <a:p>
              <a:pPr algn="ctr" defTabSz="1888236">
                <a:lnSpc>
                  <a:spcPct val="90000"/>
                </a:lnSpc>
                <a:spcBef>
                  <a:spcPct val="0"/>
                </a:spcBef>
                <a:spcAft>
                  <a:spcPct val="35000"/>
                </a:spcAft>
              </a:pPr>
              <a:r>
                <a:rPr lang="en-IN" sz="4248" kern="1200">
                  <a:solidFill>
                    <a:schemeClr val="lt1"/>
                  </a:solidFill>
                  <a:latin typeface="Comic Sans MS" panose="030F0702030302020204" pitchFamily="66" charset="0"/>
                  <a:ea typeface="+mn-ea"/>
                  <a:cs typeface="+mn-cs"/>
                </a:rPr>
                <a:t>Semi-supervised</a:t>
              </a:r>
              <a:endParaRPr lang="en-IN" sz="3600" kern="1200">
                <a:latin typeface="Comic Sans MS" panose="030F0702030302020204" pitchFamily="66" charset="0"/>
              </a:endParaRPr>
            </a:p>
          </p:txBody>
        </p:sp>
      </p:grpSp>
    </p:spTree>
    <p:extLst>
      <p:ext uri="{BB962C8B-B14F-4D97-AF65-F5344CB8AC3E}">
        <p14:creationId xmlns:p14="http://schemas.microsoft.com/office/powerpoint/2010/main" val="3710376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7" name="Freeform: Shape 205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9" name="Rectangle 205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Freeform: Shape 206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65" name="Isosceles Triangle 206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2">
            <a:extLst>
              <a:ext uri="{FF2B5EF4-FFF2-40B4-BE49-F238E27FC236}">
                <a16:creationId xmlns:a16="http://schemas.microsoft.com/office/drawing/2014/main" id="{28166EE9-2345-5EEC-5A44-D8C0F23F00E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866310"/>
            <a:ext cx="10905066" cy="5125378"/>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067" name="Isosceles Triangle 206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113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51897B9-06D3-49B4-A262-56BE906C13CE}"/>
              </a:ext>
            </a:extLst>
          </p:cNvPr>
          <p:cNvSpPr txBox="1"/>
          <p:nvPr/>
        </p:nvSpPr>
        <p:spPr>
          <a:xfrm>
            <a:off x="6739128" y="2664886"/>
            <a:ext cx="4818888" cy="3550789"/>
          </a:xfrm>
          <a:prstGeom prst="rect">
            <a:avLst/>
          </a:prstGeom>
        </p:spPr>
        <p:txBody>
          <a:bodyPr vert="horz" lIns="91440" tIns="45720" rIns="91440" bIns="45720" rtlCol="0" anchor="t">
            <a:normAutofit/>
          </a:bodyPr>
          <a:lstStyle/>
          <a:p>
            <a:pPr marL="342900" indent="-228600">
              <a:lnSpc>
                <a:spcPct val="90000"/>
              </a:lnSpc>
              <a:spcAft>
                <a:spcPts val="600"/>
              </a:spcAft>
              <a:buFont typeface="Arial" panose="020B0604020202020204" pitchFamily="34" charset="0"/>
              <a:buChar char="•"/>
            </a:pPr>
            <a:r>
              <a:rPr lang="en-US" sz="1500" b="0" i="0" u="sng">
                <a:effectLst/>
                <a:hlinkClick r:id="rId2">
                  <a:extLst>
                    <a:ext uri="{A12FA001-AC4F-418D-AE19-62706E023703}">
                      <ahyp:hlinkClr xmlns:ahyp="http://schemas.microsoft.com/office/drawing/2018/hyperlinkcolor" val="tx"/>
                    </a:ext>
                  </a:extLst>
                </a:hlinkClick>
              </a:rPr>
              <a:t>Reinforcement machine learning</a:t>
            </a:r>
            <a:r>
              <a:rPr lang="en-US" sz="1500" b="1" i="0">
                <a:effectLst/>
              </a:rPr>
              <a:t> </a:t>
            </a:r>
            <a:r>
              <a:rPr lang="en-US" sz="1500" b="0" i="0">
                <a:effectLst/>
              </a:rPr>
              <a:t>algorithm is a learning method that interacts with the environment by producing actions and discovering errors. </a:t>
            </a:r>
            <a:r>
              <a:rPr lang="en-US" sz="1500" b="1" i="0">
                <a:effectLst/>
              </a:rPr>
              <a:t>Trial, error, and delay</a:t>
            </a:r>
            <a:r>
              <a:rPr lang="en-US" sz="1500" b="0" i="0">
                <a:effectLst/>
              </a:rPr>
              <a:t> are the most relevant characteristics of reinforcement learning. In this technique, the model keeps on increasing its performance using Reward Feedback to learn the behavior or pattern. These algorithms are specific to a particular problem e.g. Google Self Driving car, AlphaGo where a bot competes with humans and even itself to get better and better performers in Go Game. Each time we feed in data, they learn and add the data to their knowledge which is training data. So, the more it learns the better it gets trained and hence experienced. </a:t>
            </a:r>
            <a:endParaRPr lang="en-US" sz="1500"/>
          </a:p>
        </p:txBody>
      </p:sp>
      <p:grpSp>
        <p:nvGrpSpPr>
          <p:cNvPr id="6" name="Group 5">
            <a:extLst>
              <a:ext uri="{FF2B5EF4-FFF2-40B4-BE49-F238E27FC236}">
                <a16:creationId xmlns:a16="http://schemas.microsoft.com/office/drawing/2014/main" id="{3FB5BF46-0B0E-4DAF-B16D-1FFF5D3ABB18}"/>
              </a:ext>
            </a:extLst>
          </p:cNvPr>
          <p:cNvGrpSpPr/>
          <p:nvPr/>
        </p:nvGrpSpPr>
        <p:grpSpPr>
          <a:xfrm>
            <a:off x="630936" y="1607629"/>
            <a:ext cx="5458968" cy="3642742"/>
            <a:chOff x="4043680" y="2698326"/>
            <a:chExt cx="4043680" cy="2698327"/>
          </a:xfrm>
        </p:grpSpPr>
        <p:sp>
          <p:nvSpPr>
            <p:cNvPr id="7" name="Rectangle: Single Corner Rounded 6">
              <a:extLst>
                <a:ext uri="{FF2B5EF4-FFF2-40B4-BE49-F238E27FC236}">
                  <a16:creationId xmlns:a16="http://schemas.microsoft.com/office/drawing/2014/main" id="{64F5E4FF-A981-4B8B-B0A5-05B71CB77534}"/>
                </a:ext>
              </a:extLst>
            </p:cNvPr>
            <p:cNvSpPr/>
            <p:nvPr/>
          </p:nvSpPr>
          <p:spPr>
            <a:xfrm rot="5400000">
              <a:off x="4716356" y="2025650"/>
              <a:ext cx="2698327" cy="4043680"/>
            </a:xfrm>
            <a:prstGeom prst="round1Rect">
              <a:avLst/>
            </a:prstGeom>
          </p:spPr>
          <p:style>
            <a:lnRef idx="0">
              <a:schemeClr val="lt1">
                <a:hueOff val="0"/>
                <a:satOff val="0"/>
                <a:lumOff val="0"/>
                <a:alphaOff val="0"/>
              </a:schemeClr>
            </a:lnRef>
            <a:fillRef idx="3">
              <a:schemeClr val="accent2">
                <a:hueOff val="-1455363"/>
                <a:satOff val="-83928"/>
                <a:lumOff val="8628"/>
                <a:alphaOff val="0"/>
              </a:schemeClr>
            </a:fillRef>
            <a:effectRef idx="3">
              <a:schemeClr val="accent2">
                <a:hueOff val="-1455363"/>
                <a:satOff val="-83928"/>
                <a:lumOff val="8628"/>
                <a:alphaOff val="0"/>
              </a:schemeClr>
            </a:effectRef>
            <a:fontRef idx="minor">
              <a:schemeClr val="lt1"/>
            </a:fontRef>
          </p:style>
          <p:txBody>
            <a:bodyPr/>
            <a:lstStyle/>
            <a:p>
              <a:endParaRPr lang="en-US"/>
            </a:p>
          </p:txBody>
        </p:sp>
        <p:sp>
          <p:nvSpPr>
            <p:cNvPr id="8" name="Rectangle: Single Corner Rounded 4">
              <a:extLst>
                <a:ext uri="{FF2B5EF4-FFF2-40B4-BE49-F238E27FC236}">
                  <a16:creationId xmlns:a16="http://schemas.microsoft.com/office/drawing/2014/main" id="{19A66651-439E-4EA5-8ECD-8394BD29E59A}"/>
                </a:ext>
              </a:extLst>
            </p:cNvPr>
            <p:cNvSpPr txBox="1"/>
            <p:nvPr/>
          </p:nvSpPr>
          <p:spPr>
            <a:xfrm>
              <a:off x="4043680" y="3372908"/>
              <a:ext cx="4043680" cy="202374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256032" tIns="256032" rIns="256032" bIns="256032" numCol="1" spcCol="1270" anchor="ctr" anchorCtr="0">
              <a:noAutofit/>
            </a:bodyPr>
            <a:lstStyle/>
            <a:p>
              <a:pPr algn="ctr" defTabSz="2152589">
                <a:lnSpc>
                  <a:spcPct val="90000"/>
                </a:lnSpc>
                <a:spcBef>
                  <a:spcPct val="0"/>
                </a:spcBef>
                <a:spcAft>
                  <a:spcPct val="35000"/>
                </a:spcAft>
              </a:pPr>
              <a:r>
                <a:rPr lang="en-IN" sz="4843" kern="1200">
                  <a:solidFill>
                    <a:schemeClr val="lt1"/>
                  </a:solidFill>
                  <a:latin typeface="Comic Sans MS" panose="030F0702030302020204" pitchFamily="66" charset="0"/>
                  <a:ea typeface="+mn-ea"/>
                  <a:cs typeface="+mn-cs"/>
                </a:rPr>
                <a:t>Reinforcement</a:t>
              </a:r>
              <a:endParaRPr lang="en-IN" sz="3600" kern="1200">
                <a:latin typeface="Comic Sans MS" panose="030F0702030302020204" pitchFamily="66" charset="0"/>
              </a:endParaRPr>
            </a:p>
          </p:txBody>
        </p:sp>
      </p:grpSp>
    </p:spTree>
    <p:extLst>
      <p:ext uri="{BB962C8B-B14F-4D97-AF65-F5344CB8AC3E}">
        <p14:creationId xmlns:p14="http://schemas.microsoft.com/office/powerpoint/2010/main" val="325011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1" name="Freeform: Shape 308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3" name="Rectangle 308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Freeform: Shape 308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89" name="Isosceles Triangle 308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1-(2)">
            <a:extLst>
              <a:ext uri="{FF2B5EF4-FFF2-40B4-BE49-F238E27FC236}">
                <a16:creationId xmlns:a16="http://schemas.microsoft.com/office/drawing/2014/main" id="{7C4311D5-89C4-9E80-4E4C-8DCA3057D2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3345"/>
          <a:stretch/>
        </p:blipFill>
        <p:spPr bwMode="auto">
          <a:xfrm>
            <a:off x="960247" y="643467"/>
            <a:ext cx="10271505" cy="557106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091" name="Isosceles Triangle 309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8706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F7C7FA8C-28DF-4DD8-BCB1-4C2372925823}"/>
              </a:ext>
            </a:extLst>
          </p:cNvPr>
          <p:cNvGraphicFramePr>
            <a:graphicFrameLocks noGrp="1"/>
          </p:cNvGraphicFramePr>
          <p:nvPr>
            <p:extLst>
              <p:ext uri="{D42A27DB-BD31-4B8C-83A1-F6EECF244321}">
                <p14:modId xmlns:p14="http://schemas.microsoft.com/office/powerpoint/2010/main" val="3134039127"/>
              </p:ext>
            </p:extLst>
          </p:nvPr>
        </p:nvGraphicFramePr>
        <p:xfrm>
          <a:off x="643467" y="1167999"/>
          <a:ext cx="10905067" cy="4522002"/>
        </p:xfrm>
        <a:graphic>
          <a:graphicData uri="http://schemas.openxmlformats.org/drawingml/2006/table">
            <a:tbl>
              <a:tblPr firstRow="1" bandRow="1">
                <a:tableStyleId>{5940675A-B579-460E-94D1-54222C63F5DA}</a:tableStyleId>
              </a:tblPr>
              <a:tblGrid>
                <a:gridCol w="3501167">
                  <a:extLst>
                    <a:ext uri="{9D8B030D-6E8A-4147-A177-3AD203B41FA5}">
                      <a16:colId xmlns:a16="http://schemas.microsoft.com/office/drawing/2014/main" val="1306667427"/>
                    </a:ext>
                  </a:extLst>
                </a:gridCol>
                <a:gridCol w="3701950">
                  <a:extLst>
                    <a:ext uri="{9D8B030D-6E8A-4147-A177-3AD203B41FA5}">
                      <a16:colId xmlns:a16="http://schemas.microsoft.com/office/drawing/2014/main" val="339454485"/>
                    </a:ext>
                  </a:extLst>
                </a:gridCol>
                <a:gridCol w="3701950">
                  <a:extLst>
                    <a:ext uri="{9D8B030D-6E8A-4147-A177-3AD203B41FA5}">
                      <a16:colId xmlns:a16="http://schemas.microsoft.com/office/drawing/2014/main" val="1796536928"/>
                    </a:ext>
                  </a:extLst>
                </a:gridCol>
              </a:tblGrid>
              <a:tr h="927907">
                <a:tc>
                  <a:txBody>
                    <a:bodyPr/>
                    <a:lstStyle/>
                    <a:p>
                      <a:pPr algn="l" fontAlgn="t"/>
                      <a:r>
                        <a:rPr lang="en-IN" sz="2700" b="0">
                          <a:solidFill>
                            <a:schemeClr val="bg1">
                              <a:lumMod val="95000"/>
                            </a:schemeClr>
                          </a:solidFill>
                          <a:effectLst/>
                          <a:latin typeface="Comic Sans MS" panose="030F0702030302020204" pitchFamily="66" charset="0"/>
                        </a:rPr>
                        <a:t>Based On</a:t>
                      </a:r>
                    </a:p>
                  </a:txBody>
                  <a:tcPr marL="41401" marR="41401" marT="41401" marB="41401">
                    <a:solidFill>
                      <a:schemeClr val="bg2">
                        <a:lumMod val="50000"/>
                      </a:schemeClr>
                    </a:solidFill>
                  </a:tcPr>
                </a:tc>
                <a:tc>
                  <a:txBody>
                    <a:bodyPr/>
                    <a:lstStyle/>
                    <a:p>
                      <a:pPr algn="l" fontAlgn="t"/>
                      <a:r>
                        <a:rPr lang="en-IN" sz="2700" b="0">
                          <a:solidFill>
                            <a:schemeClr val="bg1">
                              <a:lumMod val="95000"/>
                            </a:schemeClr>
                          </a:solidFill>
                          <a:effectLst/>
                          <a:latin typeface="Comic Sans MS" panose="030F0702030302020204" pitchFamily="66" charset="0"/>
                        </a:rPr>
                        <a:t>Supervised machine learning </a:t>
                      </a:r>
                    </a:p>
                  </a:txBody>
                  <a:tcPr marL="41401" marR="41401" marT="41401" marB="41401">
                    <a:solidFill>
                      <a:schemeClr val="bg2">
                        <a:lumMod val="50000"/>
                      </a:schemeClr>
                    </a:solidFill>
                  </a:tcPr>
                </a:tc>
                <a:tc>
                  <a:txBody>
                    <a:bodyPr/>
                    <a:lstStyle/>
                    <a:p>
                      <a:pPr algn="l" fontAlgn="t"/>
                      <a:r>
                        <a:rPr lang="en-IN" sz="2700" b="0">
                          <a:solidFill>
                            <a:schemeClr val="bg1">
                              <a:lumMod val="95000"/>
                            </a:schemeClr>
                          </a:solidFill>
                          <a:effectLst/>
                          <a:latin typeface="Comic Sans MS" panose="030F0702030302020204" pitchFamily="66" charset="0"/>
                        </a:rPr>
                        <a:t>Unsupervised machine learning </a:t>
                      </a:r>
                    </a:p>
                  </a:txBody>
                  <a:tcPr marL="41401" marR="41401" marT="41401" marB="41401">
                    <a:solidFill>
                      <a:schemeClr val="bg2">
                        <a:lumMod val="50000"/>
                      </a:schemeClr>
                    </a:solidFill>
                  </a:tcPr>
                </a:tc>
                <a:extLst>
                  <a:ext uri="{0D108BD9-81ED-4DB2-BD59-A6C34878D82A}">
                    <a16:rowId xmlns:a16="http://schemas.microsoft.com/office/drawing/2014/main" val="3158944543"/>
                  </a:ext>
                </a:extLst>
              </a:tr>
              <a:tr h="1333094">
                <a:tc>
                  <a:txBody>
                    <a:bodyPr/>
                    <a:lstStyle/>
                    <a:p>
                      <a:pPr algn="l" fontAlgn="t"/>
                      <a:r>
                        <a:rPr lang="en-IN" sz="2700" b="0">
                          <a:effectLst/>
                          <a:latin typeface="Comic Sans MS" panose="030F0702030302020204" pitchFamily="66" charset="0"/>
                        </a:rPr>
                        <a:t>Input Data</a:t>
                      </a:r>
                    </a:p>
                  </a:txBody>
                  <a:tcPr marL="41401" marR="41401" marT="41401" marB="41401">
                    <a:solidFill>
                      <a:schemeClr val="bg2">
                        <a:lumMod val="90000"/>
                      </a:schemeClr>
                    </a:solidFill>
                  </a:tcPr>
                </a:tc>
                <a:tc>
                  <a:txBody>
                    <a:bodyPr/>
                    <a:lstStyle/>
                    <a:p>
                      <a:pPr algn="l" fontAlgn="t"/>
                      <a:r>
                        <a:rPr lang="en-US" sz="2700" b="0">
                          <a:effectLst/>
                          <a:latin typeface="Comic Sans MS" panose="030F0702030302020204" pitchFamily="66" charset="0"/>
                        </a:rPr>
                        <a:t>Algorithms are trained using labeled data.</a:t>
                      </a:r>
                    </a:p>
                  </a:txBody>
                  <a:tcPr marL="41401" marR="41401" marT="41401" marB="41401">
                    <a:solidFill>
                      <a:srgbClr val="B09151"/>
                    </a:solidFill>
                  </a:tcPr>
                </a:tc>
                <a:tc>
                  <a:txBody>
                    <a:bodyPr/>
                    <a:lstStyle/>
                    <a:p>
                      <a:pPr algn="l" fontAlgn="t"/>
                      <a:r>
                        <a:rPr lang="en-US" sz="2700" b="0">
                          <a:effectLst/>
                          <a:latin typeface="Comic Sans MS" panose="030F0702030302020204" pitchFamily="66" charset="0"/>
                        </a:rPr>
                        <a:t>Algorithms are used against data which is not labelled</a:t>
                      </a:r>
                    </a:p>
                  </a:txBody>
                  <a:tcPr marL="41401" marR="41401" marT="41401" marB="41401">
                    <a:solidFill>
                      <a:srgbClr val="B09151"/>
                    </a:solidFill>
                  </a:tcPr>
                </a:tc>
                <a:extLst>
                  <a:ext uri="{0D108BD9-81ED-4DB2-BD59-A6C34878D82A}">
                    <a16:rowId xmlns:a16="http://schemas.microsoft.com/office/drawing/2014/main" val="3930089291"/>
                  </a:ext>
                </a:extLst>
              </a:tr>
              <a:tr h="1333094">
                <a:tc>
                  <a:txBody>
                    <a:bodyPr/>
                    <a:lstStyle/>
                    <a:p>
                      <a:pPr algn="l" fontAlgn="t"/>
                      <a:r>
                        <a:rPr lang="en-IN" sz="2700" b="0">
                          <a:effectLst/>
                          <a:latin typeface="Comic Sans MS" panose="030F0702030302020204" pitchFamily="66" charset="0"/>
                        </a:rPr>
                        <a:t>Computational Complexity</a:t>
                      </a:r>
                    </a:p>
                  </a:txBody>
                  <a:tcPr marL="41401" marR="41401" marT="41401" marB="41401">
                    <a:solidFill>
                      <a:schemeClr val="bg2">
                        <a:lumMod val="90000"/>
                      </a:schemeClr>
                    </a:solidFill>
                  </a:tcPr>
                </a:tc>
                <a:tc>
                  <a:txBody>
                    <a:bodyPr/>
                    <a:lstStyle/>
                    <a:p>
                      <a:pPr algn="l" fontAlgn="t"/>
                      <a:r>
                        <a:rPr lang="en-US" sz="2700" b="0">
                          <a:effectLst/>
                          <a:latin typeface="Comic Sans MS" panose="030F0702030302020204" pitchFamily="66" charset="0"/>
                        </a:rPr>
                        <a:t>Supervised learning is a simpler method.</a:t>
                      </a:r>
                    </a:p>
                  </a:txBody>
                  <a:tcPr marL="41401" marR="41401" marT="41401" marB="41401">
                    <a:solidFill>
                      <a:srgbClr val="B09151"/>
                    </a:solidFill>
                  </a:tcPr>
                </a:tc>
                <a:tc>
                  <a:txBody>
                    <a:bodyPr/>
                    <a:lstStyle/>
                    <a:p>
                      <a:pPr algn="l" fontAlgn="t"/>
                      <a:r>
                        <a:rPr lang="en-US" sz="2700" b="0">
                          <a:effectLst/>
                          <a:latin typeface="Comic Sans MS" panose="030F0702030302020204" pitchFamily="66" charset="0"/>
                        </a:rPr>
                        <a:t>Unsupervised learning is computationally complex</a:t>
                      </a:r>
                    </a:p>
                  </a:txBody>
                  <a:tcPr marL="41401" marR="41401" marT="41401" marB="41401">
                    <a:solidFill>
                      <a:srgbClr val="B09151"/>
                    </a:solidFill>
                  </a:tcPr>
                </a:tc>
                <a:extLst>
                  <a:ext uri="{0D108BD9-81ED-4DB2-BD59-A6C34878D82A}">
                    <a16:rowId xmlns:a16="http://schemas.microsoft.com/office/drawing/2014/main" val="2488337792"/>
                  </a:ext>
                </a:extLst>
              </a:tr>
              <a:tr h="927907">
                <a:tc>
                  <a:txBody>
                    <a:bodyPr/>
                    <a:lstStyle/>
                    <a:p>
                      <a:pPr algn="l" fontAlgn="t"/>
                      <a:r>
                        <a:rPr lang="en-IN" sz="2700" b="0">
                          <a:effectLst/>
                          <a:latin typeface="Comic Sans MS" panose="030F0702030302020204" pitchFamily="66" charset="0"/>
                        </a:rPr>
                        <a:t>Accuracy</a:t>
                      </a:r>
                    </a:p>
                  </a:txBody>
                  <a:tcPr marL="41401" marR="41401" marT="41401" marB="41401">
                    <a:solidFill>
                      <a:schemeClr val="bg2">
                        <a:lumMod val="90000"/>
                      </a:schemeClr>
                    </a:solidFill>
                  </a:tcPr>
                </a:tc>
                <a:tc>
                  <a:txBody>
                    <a:bodyPr/>
                    <a:lstStyle/>
                    <a:p>
                      <a:pPr algn="l" fontAlgn="t"/>
                      <a:r>
                        <a:rPr lang="en-US" sz="2700" b="0">
                          <a:effectLst/>
                          <a:latin typeface="Comic Sans MS" panose="030F0702030302020204" pitchFamily="66" charset="0"/>
                        </a:rPr>
                        <a:t>Highly accurate and trustworthy method.</a:t>
                      </a:r>
                    </a:p>
                  </a:txBody>
                  <a:tcPr marL="41401" marR="41401" marT="41401" marB="41401">
                    <a:solidFill>
                      <a:srgbClr val="B09151"/>
                    </a:solidFill>
                  </a:tcPr>
                </a:tc>
                <a:tc>
                  <a:txBody>
                    <a:bodyPr/>
                    <a:lstStyle/>
                    <a:p>
                      <a:pPr algn="l" fontAlgn="t"/>
                      <a:r>
                        <a:rPr lang="en-US" sz="2700" b="0">
                          <a:effectLst/>
                          <a:latin typeface="Comic Sans MS" panose="030F0702030302020204" pitchFamily="66" charset="0"/>
                        </a:rPr>
                        <a:t>Less accurate and trustworthy method.</a:t>
                      </a:r>
                    </a:p>
                  </a:txBody>
                  <a:tcPr marL="41401" marR="41401" marT="41401" marB="41401">
                    <a:solidFill>
                      <a:srgbClr val="B09151"/>
                    </a:solidFill>
                  </a:tcPr>
                </a:tc>
                <a:extLst>
                  <a:ext uri="{0D108BD9-81ED-4DB2-BD59-A6C34878D82A}">
                    <a16:rowId xmlns:a16="http://schemas.microsoft.com/office/drawing/2014/main" val="3269576044"/>
                  </a:ext>
                </a:extLst>
              </a:tr>
            </a:tbl>
          </a:graphicData>
        </a:graphic>
      </p:graphicFrame>
    </p:spTree>
    <p:extLst>
      <p:ext uri="{BB962C8B-B14F-4D97-AF65-F5344CB8AC3E}">
        <p14:creationId xmlns:p14="http://schemas.microsoft.com/office/powerpoint/2010/main" val="1532700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C6869E-AF60-4C75-A290-991F4C107536}"/>
              </a:ext>
            </a:extLst>
          </p:cNvPr>
          <p:cNvSpPr txBox="1"/>
          <p:nvPr/>
        </p:nvSpPr>
        <p:spPr>
          <a:xfrm>
            <a:off x="2297430" y="610862"/>
            <a:ext cx="7221474" cy="584775"/>
          </a:xfrm>
          <a:prstGeom prst="rect">
            <a:avLst/>
          </a:prstGeom>
          <a:noFill/>
        </p:spPr>
        <p:txBody>
          <a:bodyPr wrap="square">
            <a:spAutoFit/>
          </a:bodyPr>
          <a:lstStyle/>
          <a:p>
            <a:pPr algn="ctr"/>
            <a:r>
              <a:rPr lang="en-IN" sz="3200" dirty="0">
                <a:solidFill>
                  <a:srgbClr val="FF9966"/>
                </a:solidFill>
                <a:latin typeface="Arial Black" panose="020B0A04020102020204" pitchFamily="34" charset="0"/>
              </a:rPr>
              <a:t>Types In Machine Learning</a:t>
            </a:r>
            <a:endParaRPr lang="en-IN" sz="3200" dirty="0"/>
          </a:p>
        </p:txBody>
      </p:sp>
      <p:cxnSp>
        <p:nvCxnSpPr>
          <p:cNvPr id="4" name="Straight Connector 3">
            <a:extLst>
              <a:ext uri="{FF2B5EF4-FFF2-40B4-BE49-F238E27FC236}">
                <a16:creationId xmlns:a16="http://schemas.microsoft.com/office/drawing/2014/main" id="{9C067036-B2B9-446F-9BD2-525C5DF4967C}"/>
              </a:ext>
            </a:extLst>
          </p:cNvPr>
          <p:cNvCxnSpPr>
            <a:cxnSpLocks/>
          </p:cNvCxnSpPr>
          <p:nvPr/>
        </p:nvCxnSpPr>
        <p:spPr>
          <a:xfrm>
            <a:off x="885917" y="1225118"/>
            <a:ext cx="10420165" cy="0"/>
          </a:xfrm>
          <a:prstGeom prst="line">
            <a:avLst/>
          </a:prstGeom>
          <a:ln w="38100">
            <a:solidFill>
              <a:schemeClr val="accent2"/>
            </a:solidFill>
          </a:ln>
        </p:spPr>
        <p:style>
          <a:lnRef idx="2">
            <a:schemeClr val="accent2"/>
          </a:lnRef>
          <a:fillRef idx="0">
            <a:schemeClr val="accent2"/>
          </a:fillRef>
          <a:effectRef idx="1">
            <a:schemeClr val="accent2"/>
          </a:effectRef>
          <a:fontRef idx="minor">
            <a:schemeClr val="tx1"/>
          </a:fontRef>
        </p:style>
      </p:cxnSp>
      <p:pic>
        <p:nvPicPr>
          <p:cNvPr id="8" name="Picture 7">
            <a:extLst>
              <a:ext uri="{FF2B5EF4-FFF2-40B4-BE49-F238E27FC236}">
                <a16:creationId xmlns:a16="http://schemas.microsoft.com/office/drawing/2014/main" id="{3D4FEE4C-9C68-4919-A978-0AF0060A3B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01258"/>
            <a:ext cx="12192000" cy="5356742"/>
          </a:xfrm>
          <a:prstGeom prst="rect">
            <a:avLst/>
          </a:prstGeom>
        </p:spPr>
      </p:pic>
    </p:spTree>
    <p:extLst>
      <p:ext uri="{BB962C8B-B14F-4D97-AF65-F5344CB8AC3E}">
        <p14:creationId xmlns:p14="http://schemas.microsoft.com/office/powerpoint/2010/main" val="710991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B93F150-AB63-44A3-A325-93F8D8C54795}"/>
              </a:ext>
            </a:extLst>
          </p:cNvPr>
          <p:cNvSpPr/>
          <p:nvPr/>
        </p:nvSpPr>
        <p:spPr>
          <a:xfrm>
            <a:off x="3535680" y="1183640"/>
            <a:ext cx="4551680" cy="4328160"/>
          </a:xfrm>
          <a:prstGeom prst="ellipse">
            <a:avLst/>
          </a:prstGeom>
          <a:solidFill>
            <a:schemeClr val="tx2">
              <a:lumMod val="20000"/>
              <a:lumOff val="80000"/>
            </a:schemeClr>
          </a:solidFill>
          <a:ln w="571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rgbClr val="333F50"/>
                </a:solidFill>
                <a:latin typeface="Comic Sans MS" panose="030F0702030302020204" pitchFamily="66" charset="0"/>
              </a:rPr>
              <a:t>ML key terms that you must know!</a:t>
            </a:r>
          </a:p>
        </p:txBody>
      </p:sp>
    </p:spTree>
    <p:extLst>
      <p:ext uri="{BB962C8B-B14F-4D97-AF65-F5344CB8AC3E}">
        <p14:creationId xmlns:p14="http://schemas.microsoft.com/office/powerpoint/2010/main" val="3159986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1CC3CBF-1B58-41B2-A2FA-850ACED09137}"/>
              </a:ext>
            </a:extLst>
          </p:cNvPr>
          <p:cNvSpPr txBox="1"/>
          <p:nvPr/>
        </p:nvSpPr>
        <p:spPr>
          <a:xfrm>
            <a:off x="841248" y="548640"/>
            <a:ext cx="3600860" cy="5431536"/>
          </a:xfrm>
          <a:prstGeom prst="flowChartDocument">
            <a:avLst/>
          </a:prstGeom>
        </p:spPr>
        <p:txBody>
          <a:bodyPr vert="horz" lIns="91440" tIns="45720" rIns="91440" bIns="45720" rtlCol="0" anchor="ctr">
            <a:normAutofit/>
          </a:bodyPr>
          <a:lstStyle/>
          <a:p>
            <a:pPr>
              <a:lnSpc>
                <a:spcPct val="90000"/>
              </a:lnSpc>
              <a:spcBef>
                <a:spcPct val="0"/>
              </a:spcBef>
              <a:spcAft>
                <a:spcPts val="600"/>
              </a:spcAft>
            </a:pPr>
            <a:endParaRPr lang="en-US" sz="5400" kern="1200">
              <a:solidFill>
                <a:schemeClr val="tx1"/>
              </a:solidFill>
              <a:latin typeface="+mj-lt"/>
              <a:ea typeface="+mj-ea"/>
              <a:cs typeface="+mj-cs"/>
            </a:endParaRPr>
          </a:p>
          <a:p>
            <a:pPr>
              <a:lnSpc>
                <a:spcPct val="90000"/>
              </a:lnSpc>
              <a:spcBef>
                <a:spcPct val="0"/>
              </a:spcBef>
              <a:spcAft>
                <a:spcPts val="600"/>
              </a:spcAft>
            </a:pPr>
            <a:r>
              <a:rPr lang="en-US" sz="5400" kern="1200">
                <a:solidFill>
                  <a:schemeClr val="tx1"/>
                </a:solidFill>
                <a:latin typeface="+mj-lt"/>
                <a:ea typeface="+mj-ea"/>
                <a:cs typeface="+mj-cs"/>
              </a:rPr>
              <a:t>Features</a:t>
            </a:r>
          </a:p>
          <a:p>
            <a:pPr>
              <a:lnSpc>
                <a:spcPct val="90000"/>
              </a:lnSpc>
              <a:spcBef>
                <a:spcPct val="0"/>
              </a:spcBef>
              <a:spcAft>
                <a:spcPts val="600"/>
              </a:spcAft>
            </a:pPr>
            <a:endParaRPr lang="en-US" sz="5400" kern="120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4995E26-D6F9-41D7-9C45-A8EEB79E624D}"/>
              </a:ext>
            </a:extLst>
          </p:cNvPr>
          <p:cNvSpPr txBox="1"/>
          <p:nvPr/>
        </p:nvSpPr>
        <p:spPr>
          <a:xfrm>
            <a:off x="5126418" y="552091"/>
            <a:ext cx="6224335" cy="5431536"/>
          </a:xfrm>
          <a:prstGeom prst="rect">
            <a:avLst/>
          </a:prstGeom>
        </p:spPr>
        <p:txBody>
          <a:bodyPr vert="horz" lIns="91440" tIns="45720" rIns="91440" bIns="45720" rtlCol="0" anchor="ctr">
            <a:normAutofit/>
          </a:bodyPr>
          <a:lstStyle/>
          <a:p>
            <a:pPr marL="342900" indent="-228600">
              <a:lnSpc>
                <a:spcPct val="90000"/>
              </a:lnSpc>
              <a:spcAft>
                <a:spcPts val="600"/>
              </a:spcAft>
              <a:buSzPct val="113000"/>
              <a:buFont typeface="Arial" panose="020B0604020202020204" pitchFamily="34" charset="0"/>
              <a:buChar char="•"/>
            </a:pPr>
            <a:r>
              <a:rPr lang="en-US" sz="2000" b="0" i="0">
                <a:effectLst/>
              </a:rPr>
              <a:t>Features are the fields used as input.</a:t>
            </a:r>
          </a:p>
          <a:p>
            <a:pPr marL="342900" indent="-228600">
              <a:lnSpc>
                <a:spcPct val="90000"/>
              </a:lnSpc>
              <a:spcAft>
                <a:spcPts val="600"/>
              </a:spcAft>
              <a:buSzPct val="113000"/>
              <a:buFont typeface="Arial" panose="020B0604020202020204" pitchFamily="34" charset="0"/>
              <a:buChar char="•"/>
            </a:pPr>
            <a:endParaRPr lang="en-US" sz="2000"/>
          </a:p>
          <a:p>
            <a:pPr marL="342900" indent="-228600">
              <a:lnSpc>
                <a:spcPct val="90000"/>
              </a:lnSpc>
              <a:spcAft>
                <a:spcPts val="600"/>
              </a:spcAft>
              <a:buSzPct val="113000"/>
              <a:buFont typeface="Arial" panose="020B0604020202020204" pitchFamily="34" charset="0"/>
              <a:buChar char="•"/>
            </a:pPr>
            <a:r>
              <a:rPr lang="en-US" sz="2000" b="0" i="0">
                <a:effectLst/>
              </a:rPr>
              <a:t>A feature is one column of the data in your input set.</a:t>
            </a:r>
          </a:p>
          <a:p>
            <a:pPr marL="342900" indent="-228600">
              <a:lnSpc>
                <a:spcPct val="90000"/>
              </a:lnSpc>
              <a:spcAft>
                <a:spcPts val="600"/>
              </a:spcAft>
              <a:buSzPct val="113000"/>
              <a:buFont typeface="Arial" panose="020B0604020202020204" pitchFamily="34" charset="0"/>
              <a:buChar char="•"/>
            </a:pPr>
            <a:endParaRPr lang="en-US" sz="2000"/>
          </a:p>
          <a:p>
            <a:pPr marL="342900" indent="-228600">
              <a:lnSpc>
                <a:spcPct val="90000"/>
              </a:lnSpc>
              <a:spcAft>
                <a:spcPts val="600"/>
              </a:spcAft>
              <a:buSzPct val="113000"/>
              <a:buFont typeface="Arial" panose="020B0604020202020204" pitchFamily="34" charset="0"/>
              <a:buChar char="•"/>
            </a:pPr>
            <a:r>
              <a:rPr lang="en-US" sz="2000" b="0" i="0">
                <a:effectLst/>
              </a:rPr>
              <a:t>For instance, if you're trying to predict the type of pet someone will choose, your input features might include age, home region, family income, etc.</a:t>
            </a:r>
          </a:p>
          <a:p>
            <a:pPr marL="342900" indent="-228600">
              <a:lnSpc>
                <a:spcPct val="90000"/>
              </a:lnSpc>
              <a:spcAft>
                <a:spcPts val="600"/>
              </a:spcAft>
              <a:buSzPct val="113000"/>
              <a:buFont typeface="Arial" panose="020B0604020202020204" pitchFamily="34" charset="0"/>
              <a:buChar char="•"/>
            </a:pPr>
            <a:endParaRPr lang="en-US" sz="2000"/>
          </a:p>
          <a:p>
            <a:pPr marL="342900" indent="-228600">
              <a:lnSpc>
                <a:spcPct val="90000"/>
              </a:lnSpc>
              <a:spcAft>
                <a:spcPts val="600"/>
              </a:spcAft>
              <a:buSzPct val="113000"/>
              <a:buFont typeface="Arial" panose="020B0604020202020204" pitchFamily="34" charset="0"/>
              <a:buChar char="•"/>
            </a:pPr>
            <a:r>
              <a:rPr lang="en-US" sz="2000" b="0" i="0">
                <a:effectLst/>
              </a:rPr>
              <a:t>Feature means property of your training data.</a:t>
            </a:r>
          </a:p>
          <a:p>
            <a:pPr marL="342900" indent="-228600">
              <a:lnSpc>
                <a:spcPct val="90000"/>
              </a:lnSpc>
              <a:spcAft>
                <a:spcPts val="600"/>
              </a:spcAft>
              <a:buSzPct val="113000"/>
              <a:buFont typeface="Arial" panose="020B0604020202020204" pitchFamily="34" charset="0"/>
              <a:buChar char="•"/>
            </a:pPr>
            <a:endParaRPr lang="en-US" sz="2000"/>
          </a:p>
          <a:p>
            <a:pPr marL="342900" indent="-228600">
              <a:lnSpc>
                <a:spcPct val="90000"/>
              </a:lnSpc>
              <a:spcAft>
                <a:spcPts val="600"/>
              </a:spcAft>
              <a:buSzPct val="113000"/>
              <a:buFont typeface="Arial" panose="020B0604020202020204" pitchFamily="34" charset="0"/>
              <a:buChar char="•"/>
            </a:pPr>
            <a:r>
              <a:rPr lang="en-US" sz="2000" b="0" i="0">
                <a:effectLst/>
              </a:rPr>
              <a:t>A feature is the input you have fed to the model or system.</a:t>
            </a:r>
          </a:p>
          <a:p>
            <a:pPr marL="342900" indent="-228600">
              <a:lnSpc>
                <a:spcPct val="90000"/>
              </a:lnSpc>
              <a:spcAft>
                <a:spcPts val="600"/>
              </a:spcAft>
              <a:buSzPct val="113000"/>
              <a:buFont typeface="Arial" panose="020B0604020202020204" pitchFamily="34" charset="0"/>
              <a:buChar char="•"/>
            </a:pPr>
            <a:endParaRPr lang="en-US" sz="2000"/>
          </a:p>
          <a:p>
            <a:pPr marL="342900" indent="-228600">
              <a:lnSpc>
                <a:spcPct val="90000"/>
              </a:lnSpc>
              <a:spcAft>
                <a:spcPts val="600"/>
              </a:spcAft>
              <a:buSzPct val="113000"/>
              <a:buFont typeface="Arial" panose="020B0604020202020204" pitchFamily="34" charset="0"/>
              <a:buChar char="•"/>
            </a:pPr>
            <a:r>
              <a:rPr lang="en-US" sz="2000"/>
              <a:t>The value of x variable in simple linear regression are the features.</a:t>
            </a:r>
          </a:p>
        </p:txBody>
      </p:sp>
    </p:spTree>
    <p:extLst>
      <p:ext uri="{BB962C8B-B14F-4D97-AF65-F5344CB8AC3E}">
        <p14:creationId xmlns:p14="http://schemas.microsoft.com/office/powerpoint/2010/main" val="10774289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extBox 1">
            <a:extLst>
              <a:ext uri="{FF2B5EF4-FFF2-40B4-BE49-F238E27FC236}">
                <a16:creationId xmlns:a16="http://schemas.microsoft.com/office/drawing/2014/main" id="{F1CC3CBF-1B58-41B2-A2FA-850ACED09137}"/>
              </a:ext>
            </a:extLst>
          </p:cNvPr>
          <p:cNvSpPr txBox="1"/>
          <p:nvPr/>
        </p:nvSpPr>
        <p:spPr>
          <a:xfrm>
            <a:off x="841246" y="673770"/>
            <a:ext cx="3644489" cy="2414488"/>
          </a:xfrm>
          <a:prstGeom prst="flowChartDocument">
            <a:avLst/>
          </a:prstGeom>
        </p:spPr>
        <p:txBody>
          <a:bodyPr vert="horz" lIns="91440" tIns="45720" rIns="91440" bIns="45720" rtlCol="0" anchor="t">
            <a:normAutofit/>
          </a:bodyPr>
          <a:lstStyle/>
          <a:p>
            <a:pPr>
              <a:lnSpc>
                <a:spcPct val="90000"/>
              </a:lnSpc>
              <a:spcBef>
                <a:spcPct val="0"/>
              </a:spcBef>
              <a:spcAft>
                <a:spcPts val="600"/>
              </a:spcAft>
            </a:pPr>
            <a:endParaRPr lang="en-US" sz="5400" kern="1200">
              <a:solidFill>
                <a:srgbClr val="FFFFFF"/>
              </a:solidFill>
              <a:latin typeface="+mj-lt"/>
              <a:ea typeface="+mj-ea"/>
              <a:cs typeface="+mj-cs"/>
            </a:endParaRPr>
          </a:p>
          <a:p>
            <a:pPr>
              <a:lnSpc>
                <a:spcPct val="90000"/>
              </a:lnSpc>
              <a:spcBef>
                <a:spcPct val="0"/>
              </a:spcBef>
              <a:spcAft>
                <a:spcPts val="600"/>
              </a:spcAft>
            </a:pPr>
            <a:r>
              <a:rPr lang="en-US" sz="5400" kern="1200">
                <a:solidFill>
                  <a:srgbClr val="FFFFFF"/>
                </a:solidFill>
                <a:latin typeface="+mj-lt"/>
                <a:ea typeface="+mj-ea"/>
                <a:cs typeface="+mj-cs"/>
              </a:rPr>
              <a:t>Label</a:t>
            </a:r>
          </a:p>
          <a:p>
            <a:pPr>
              <a:lnSpc>
                <a:spcPct val="90000"/>
              </a:lnSpc>
              <a:spcBef>
                <a:spcPct val="0"/>
              </a:spcBef>
              <a:spcAft>
                <a:spcPts val="600"/>
              </a:spcAft>
            </a:pPr>
            <a:endParaRPr lang="en-US" sz="5400" kern="1200">
              <a:solidFill>
                <a:srgbClr val="FFFFFF"/>
              </a:solidFill>
              <a:latin typeface="+mj-lt"/>
              <a:ea typeface="+mj-ea"/>
              <a:cs typeface="+mj-cs"/>
            </a:endParaRPr>
          </a:p>
        </p:txBody>
      </p:sp>
      <p:sp>
        <p:nvSpPr>
          <p:cNvPr id="3" name="TextBox 2">
            <a:extLst>
              <a:ext uri="{FF2B5EF4-FFF2-40B4-BE49-F238E27FC236}">
                <a16:creationId xmlns:a16="http://schemas.microsoft.com/office/drawing/2014/main" id="{04995E26-D6F9-41D7-9C45-A8EEB79E624D}"/>
              </a:ext>
            </a:extLst>
          </p:cNvPr>
          <p:cNvSpPr txBox="1"/>
          <p:nvPr/>
        </p:nvSpPr>
        <p:spPr>
          <a:xfrm>
            <a:off x="6095999" y="882315"/>
            <a:ext cx="5254754" cy="5294647"/>
          </a:xfrm>
          <a:prstGeom prst="rect">
            <a:avLst/>
          </a:prstGeom>
        </p:spPr>
        <p:txBody>
          <a:bodyPr vert="horz" lIns="91440" tIns="45720" rIns="91440" bIns="45720" rtlCol="0">
            <a:normAutofit/>
          </a:bodyPr>
          <a:lstStyle/>
          <a:p>
            <a:pPr marL="342900" indent="-228600">
              <a:lnSpc>
                <a:spcPct val="90000"/>
              </a:lnSpc>
              <a:spcAft>
                <a:spcPts val="600"/>
              </a:spcAft>
              <a:buSzPct val="113000"/>
              <a:buFont typeface="Arial" panose="020B0604020202020204" pitchFamily="34" charset="0"/>
              <a:buChar char="•"/>
            </a:pPr>
            <a:r>
              <a:rPr lang="en-US" sz="2200" i="0">
                <a:effectLst/>
              </a:rPr>
              <a:t>The output you get from your model after training is called a label.</a:t>
            </a:r>
          </a:p>
          <a:p>
            <a:pPr marL="342900" indent="-228600">
              <a:lnSpc>
                <a:spcPct val="90000"/>
              </a:lnSpc>
              <a:spcAft>
                <a:spcPts val="600"/>
              </a:spcAft>
              <a:buSzPct val="113000"/>
              <a:buFont typeface="Arial" panose="020B0604020202020204" pitchFamily="34" charset="0"/>
              <a:buChar char="•"/>
            </a:pPr>
            <a:endParaRPr lang="en-US" sz="2200"/>
          </a:p>
          <a:p>
            <a:pPr marL="342900" indent="-228600">
              <a:lnSpc>
                <a:spcPct val="90000"/>
              </a:lnSpc>
              <a:spcAft>
                <a:spcPts val="600"/>
              </a:spcAft>
              <a:buSzPct val="113000"/>
              <a:buFont typeface="Arial" panose="020B0604020202020204" pitchFamily="34" charset="0"/>
              <a:buChar char="•"/>
            </a:pPr>
            <a:r>
              <a:rPr lang="en-US" sz="2200" i="0">
                <a:effectLst/>
              </a:rPr>
              <a:t>A label is the thing we're predicting.</a:t>
            </a:r>
          </a:p>
          <a:p>
            <a:pPr indent="-228600">
              <a:lnSpc>
                <a:spcPct val="90000"/>
              </a:lnSpc>
              <a:spcAft>
                <a:spcPts val="600"/>
              </a:spcAft>
              <a:buSzPct val="113000"/>
              <a:buFont typeface="Arial" panose="020B0604020202020204" pitchFamily="34" charset="0"/>
              <a:buChar char="•"/>
            </a:pPr>
            <a:endParaRPr lang="en-US" sz="2200" i="0">
              <a:effectLst/>
            </a:endParaRPr>
          </a:p>
          <a:p>
            <a:pPr marL="342900" indent="-228600">
              <a:lnSpc>
                <a:spcPct val="90000"/>
              </a:lnSpc>
              <a:spcAft>
                <a:spcPts val="600"/>
              </a:spcAft>
              <a:buSzPct val="113000"/>
              <a:buFont typeface="Arial" panose="020B0604020202020204" pitchFamily="34" charset="0"/>
              <a:buChar char="•"/>
            </a:pPr>
            <a:r>
              <a:rPr lang="en-US" sz="2200" i="0">
                <a:effectLst/>
              </a:rPr>
              <a:t>For example the value of y variable in simple linear regression model is the label.</a:t>
            </a:r>
          </a:p>
          <a:p>
            <a:pPr marL="342900" indent="-228600">
              <a:lnSpc>
                <a:spcPct val="90000"/>
              </a:lnSpc>
              <a:spcAft>
                <a:spcPts val="600"/>
              </a:spcAft>
              <a:buSzPct val="113000"/>
              <a:buFont typeface="Arial" panose="020B0604020202020204" pitchFamily="34" charset="0"/>
              <a:buChar char="•"/>
            </a:pPr>
            <a:endParaRPr lang="en-US" sz="2200"/>
          </a:p>
          <a:p>
            <a:pPr marL="342900" indent="-228600">
              <a:lnSpc>
                <a:spcPct val="90000"/>
              </a:lnSpc>
              <a:spcAft>
                <a:spcPts val="600"/>
              </a:spcAft>
              <a:buSzPct val="113000"/>
              <a:buFont typeface="Arial" panose="020B0604020202020204" pitchFamily="34" charset="0"/>
              <a:buChar char="•"/>
            </a:pPr>
            <a:r>
              <a:rPr lang="en-US" sz="2200"/>
              <a:t>Suppose you give your model data like a person’s age, height, hair length and then your model predicts whether the person is male or female. Then male or female is called the label.</a:t>
            </a:r>
          </a:p>
        </p:txBody>
      </p:sp>
    </p:spTree>
    <p:extLst>
      <p:ext uri="{BB962C8B-B14F-4D97-AF65-F5344CB8AC3E}">
        <p14:creationId xmlns:p14="http://schemas.microsoft.com/office/powerpoint/2010/main" val="157626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DBDBDB"/>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8BF19A-F232-4109-A409-2D5B9EC0355F}"/>
              </a:ext>
            </a:extLst>
          </p:cNvPr>
          <p:cNvPicPr>
            <a:picLocks noChangeAspect="1"/>
          </p:cNvPicPr>
          <p:nvPr/>
        </p:nvPicPr>
        <p:blipFill>
          <a:blip r:embed="rId2"/>
          <a:stretch>
            <a:fillRect/>
          </a:stretch>
        </p:blipFill>
        <p:spPr>
          <a:xfrm>
            <a:off x="2917190" y="2608173"/>
            <a:ext cx="7129780" cy="3937813"/>
          </a:xfrm>
          <a:prstGeom prst="roundRect">
            <a:avLst>
              <a:gd name="adj" fmla="val 16667"/>
            </a:avLst>
          </a:prstGeom>
          <a:ln>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cxnSp>
        <p:nvCxnSpPr>
          <p:cNvPr id="6" name="Straight Arrow Connector 5">
            <a:extLst>
              <a:ext uri="{FF2B5EF4-FFF2-40B4-BE49-F238E27FC236}">
                <a16:creationId xmlns:a16="http://schemas.microsoft.com/office/drawing/2014/main" id="{7247C080-0354-445E-8CE7-009E9C0F8E85}"/>
              </a:ext>
            </a:extLst>
          </p:cNvPr>
          <p:cNvCxnSpPr>
            <a:cxnSpLocks/>
          </p:cNvCxnSpPr>
          <p:nvPr/>
        </p:nvCxnSpPr>
        <p:spPr>
          <a:xfrm>
            <a:off x="2265680" y="1879600"/>
            <a:ext cx="2910840" cy="728573"/>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0361B62-84CA-47C6-9E43-15D45B4340DA}"/>
              </a:ext>
            </a:extLst>
          </p:cNvPr>
          <p:cNvCxnSpPr>
            <a:cxnSpLocks/>
          </p:cNvCxnSpPr>
          <p:nvPr/>
        </p:nvCxnSpPr>
        <p:spPr>
          <a:xfrm>
            <a:off x="2265680" y="1879600"/>
            <a:ext cx="4216400" cy="829906"/>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369D719-A4F8-4756-A8C2-386F1797028B}"/>
              </a:ext>
            </a:extLst>
          </p:cNvPr>
          <p:cNvCxnSpPr>
            <a:cxnSpLocks/>
          </p:cNvCxnSpPr>
          <p:nvPr/>
        </p:nvCxnSpPr>
        <p:spPr>
          <a:xfrm>
            <a:off x="2291080" y="1879600"/>
            <a:ext cx="5796280" cy="775766"/>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AEE5EEA-89D8-41E2-BC45-23FAC634560C}"/>
              </a:ext>
            </a:extLst>
          </p:cNvPr>
          <p:cNvCxnSpPr>
            <a:cxnSpLocks/>
          </p:cNvCxnSpPr>
          <p:nvPr/>
        </p:nvCxnSpPr>
        <p:spPr>
          <a:xfrm flipH="1">
            <a:off x="9284970" y="1879600"/>
            <a:ext cx="1037590" cy="775766"/>
          </a:xfrm>
          <a:prstGeom prst="straightConnector1">
            <a:avLst/>
          </a:prstGeom>
          <a:ln w="571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A12FADA-19FB-4B19-B324-DD5E83F19602}"/>
              </a:ext>
            </a:extLst>
          </p:cNvPr>
          <p:cNvSpPr txBox="1"/>
          <p:nvPr/>
        </p:nvSpPr>
        <p:spPr>
          <a:xfrm>
            <a:off x="948510" y="1248345"/>
            <a:ext cx="2324675" cy="707886"/>
          </a:xfrm>
          <a:prstGeom prst="rect">
            <a:avLst/>
          </a:prstGeom>
          <a:noFill/>
        </p:spPr>
        <p:txBody>
          <a:bodyPr wrap="none" rtlCol="0">
            <a:spAutoFit/>
          </a:bodyPr>
          <a:lstStyle/>
          <a:p>
            <a:r>
              <a:rPr lang="en-IN" sz="4000" dirty="0">
                <a:latin typeface="Comic Sans MS" panose="030F0702030302020204" pitchFamily="66" charset="0"/>
              </a:rPr>
              <a:t>Features</a:t>
            </a:r>
          </a:p>
        </p:txBody>
      </p:sp>
      <p:sp>
        <p:nvSpPr>
          <p:cNvPr id="25" name="TextBox 24">
            <a:extLst>
              <a:ext uri="{FF2B5EF4-FFF2-40B4-BE49-F238E27FC236}">
                <a16:creationId xmlns:a16="http://schemas.microsoft.com/office/drawing/2014/main" id="{D7F02217-F096-4F58-A326-DD5DF3FE868C}"/>
              </a:ext>
            </a:extLst>
          </p:cNvPr>
          <p:cNvSpPr txBox="1"/>
          <p:nvPr/>
        </p:nvSpPr>
        <p:spPr>
          <a:xfrm>
            <a:off x="9594636" y="1248345"/>
            <a:ext cx="1455848" cy="707886"/>
          </a:xfrm>
          <a:prstGeom prst="rect">
            <a:avLst/>
          </a:prstGeom>
          <a:noFill/>
        </p:spPr>
        <p:txBody>
          <a:bodyPr wrap="none" rtlCol="0">
            <a:spAutoFit/>
          </a:bodyPr>
          <a:lstStyle/>
          <a:p>
            <a:r>
              <a:rPr lang="en-IN" sz="4000" dirty="0">
                <a:latin typeface="Comic Sans MS" panose="030F0702030302020204" pitchFamily="66" charset="0"/>
              </a:rPr>
              <a:t>Label</a:t>
            </a:r>
          </a:p>
        </p:txBody>
      </p:sp>
      <p:sp>
        <p:nvSpPr>
          <p:cNvPr id="27" name="TextBox 26">
            <a:extLst>
              <a:ext uri="{FF2B5EF4-FFF2-40B4-BE49-F238E27FC236}">
                <a16:creationId xmlns:a16="http://schemas.microsoft.com/office/drawing/2014/main" id="{91163BAA-3A1E-493B-B983-A01E2873A36B}"/>
              </a:ext>
            </a:extLst>
          </p:cNvPr>
          <p:cNvSpPr txBox="1"/>
          <p:nvPr/>
        </p:nvSpPr>
        <p:spPr>
          <a:xfrm>
            <a:off x="433019" y="226044"/>
            <a:ext cx="11626901" cy="646331"/>
          </a:xfrm>
          <a:prstGeom prst="rect">
            <a:avLst/>
          </a:prstGeom>
          <a:noFill/>
        </p:spPr>
        <p:txBody>
          <a:bodyPr wrap="none" rtlCol="0">
            <a:spAutoFit/>
          </a:bodyPr>
          <a:lstStyle/>
          <a:p>
            <a:r>
              <a:rPr lang="en-IN" sz="3600" dirty="0">
                <a:latin typeface="Comic Sans MS" panose="030F0702030302020204" pitchFamily="66" charset="0"/>
              </a:rPr>
              <a:t>Tabular data to predict whether car is stolen or not?</a:t>
            </a:r>
          </a:p>
        </p:txBody>
      </p:sp>
    </p:spTree>
    <p:extLst>
      <p:ext uri="{BB962C8B-B14F-4D97-AF65-F5344CB8AC3E}">
        <p14:creationId xmlns:p14="http://schemas.microsoft.com/office/powerpoint/2010/main" val="2961417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1CC3CBF-1B58-41B2-A2FA-850ACED09137}"/>
              </a:ext>
            </a:extLst>
          </p:cNvPr>
          <p:cNvSpPr txBox="1"/>
          <p:nvPr/>
        </p:nvSpPr>
        <p:spPr>
          <a:xfrm>
            <a:off x="841248" y="548640"/>
            <a:ext cx="3600860" cy="5431536"/>
          </a:xfrm>
          <a:prstGeom prst="flowChartDocument">
            <a:avLst/>
          </a:prstGeom>
        </p:spPr>
        <p:txBody>
          <a:bodyPr vert="horz" lIns="91440" tIns="45720" rIns="91440" bIns="45720" rtlCol="0" anchor="ctr">
            <a:normAutofit/>
          </a:bodyPr>
          <a:lstStyle/>
          <a:p>
            <a:pPr>
              <a:lnSpc>
                <a:spcPct val="90000"/>
              </a:lnSpc>
              <a:spcBef>
                <a:spcPct val="0"/>
              </a:spcBef>
              <a:spcAft>
                <a:spcPts val="600"/>
              </a:spcAft>
            </a:pPr>
            <a:endParaRPr lang="en-US" sz="5400" kern="1200">
              <a:solidFill>
                <a:schemeClr val="tx1"/>
              </a:solidFill>
              <a:latin typeface="+mj-lt"/>
              <a:ea typeface="+mj-ea"/>
              <a:cs typeface="+mj-cs"/>
            </a:endParaRPr>
          </a:p>
          <a:p>
            <a:pPr>
              <a:lnSpc>
                <a:spcPct val="90000"/>
              </a:lnSpc>
              <a:spcBef>
                <a:spcPct val="0"/>
              </a:spcBef>
              <a:spcAft>
                <a:spcPts val="600"/>
              </a:spcAft>
            </a:pPr>
            <a:r>
              <a:rPr lang="en-US" sz="5400" kern="1200">
                <a:solidFill>
                  <a:schemeClr val="tx1"/>
                </a:solidFill>
                <a:latin typeface="+mj-lt"/>
                <a:ea typeface="+mj-ea"/>
                <a:cs typeface="+mj-cs"/>
              </a:rPr>
              <a:t>Model</a:t>
            </a:r>
          </a:p>
          <a:p>
            <a:pPr>
              <a:lnSpc>
                <a:spcPct val="90000"/>
              </a:lnSpc>
              <a:spcBef>
                <a:spcPct val="0"/>
              </a:spcBef>
              <a:spcAft>
                <a:spcPts val="600"/>
              </a:spcAft>
            </a:pPr>
            <a:endParaRPr lang="en-US" sz="5400" kern="120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4995E26-D6F9-41D7-9C45-A8EEB79E624D}"/>
              </a:ext>
            </a:extLst>
          </p:cNvPr>
          <p:cNvSpPr txBox="1"/>
          <p:nvPr/>
        </p:nvSpPr>
        <p:spPr>
          <a:xfrm>
            <a:off x="5126418" y="552091"/>
            <a:ext cx="6224335" cy="5431536"/>
          </a:xfrm>
          <a:prstGeom prst="rect">
            <a:avLst/>
          </a:prstGeom>
        </p:spPr>
        <p:txBody>
          <a:bodyPr vert="horz" lIns="91440" tIns="45720" rIns="91440" bIns="45720" rtlCol="0" anchor="ctr">
            <a:normAutofit/>
          </a:bodyPr>
          <a:lstStyle/>
          <a:p>
            <a:pPr marL="342900" indent="-228600">
              <a:lnSpc>
                <a:spcPct val="90000"/>
              </a:lnSpc>
              <a:spcAft>
                <a:spcPts val="600"/>
              </a:spcAft>
              <a:buSzPct val="113000"/>
              <a:buFont typeface="Arial" panose="020B0604020202020204" pitchFamily="34" charset="0"/>
              <a:buChar char="•"/>
            </a:pPr>
            <a:r>
              <a:rPr lang="en-US" sz="1900" i="0">
                <a:effectLst/>
              </a:rPr>
              <a:t>A model is the relationship between features and the label.</a:t>
            </a:r>
            <a:endParaRPr lang="en-US" sz="1900"/>
          </a:p>
          <a:p>
            <a:pPr marL="342900" indent="-228600">
              <a:lnSpc>
                <a:spcPct val="90000"/>
              </a:lnSpc>
              <a:spcAft>
                <a:spcPts val="600"/>
              </a:spcAft>
              <a:buSzPct val="113000"/>
              <a:buFont typeface="Arial" panose="020B0604020202020204" pitchFamily="34" charset="0"/>
              <a:buChar char="•"/>
            </a:pPr>
            <a:endParaRPr lang="en-US" sz="1900"/>
          </a:p>
          <a:p>
            <a:pPr marL="342900" indent="-228600">
              <a:lnSpc>
                <a:spcPct val="90000"/>
              </a:lnSpc>
              <a:spcAft>
                <a:spcPts val="600"/>
              </a:spcAft>
              <a:buSzPct val="113000"/>
              <a:buFont typeface="Arial" panose="020B0604020202020204" pitchFamily="34" charset="0"/>
              <a:buChar char="•"/>
            </a:pPr>
            <a:r>
              <a:rPr lang="en-US" sz="1900" i="0">
                <a:effectLst/>
              </a:rPr>
              <a:t>An ML model is a mathematical model that generates predictions by finding patterns in your data.</a:t>
            </a:r>
          </a:p>
          <a:p>
            <a:pPr marL="342900" indent="-228600">
              <a:lnSpc>
                <a:spcPct val="90000"/>
              </a:lnSpc>
              <a:spcAft>
                <a:spcPts val="600"/>
              </a:spcAft>
              <a:buSzPct val="113000"/>
              <a:buFont typeface="Arial" panose="020B0604020202020204" pitchFamily="34" charset="0"/>
              <a:buChar char="•"/>
            </a:pPr>
            <a:endParaRPr lang="en-US" sz="1900"/>
          </a:p>
          <a:p>
            <a:pPr marL="342900" indent="-228600">
              <a:lnSpc>
                <a:spcPct val="90000"/>
              </a:lnSpc>
              <a:spcAft>
                <a:spcPts val="600"/>
              </a:spcAft>
              <a:buSzPct val="113000"/>
              <a:buFont typeface="Arial" panose="020B0604020202020204" pitchFamily="34" charset="0"/>
              <a:buChar char="•"/>
            </a:pPr>
            <a:r>
              <a:rPr lang="en-US" sz="1900" i="0">
                <a:effectLst/>
              </a:rPr>
              <a:t>ML Models generate predictions using the patterns extracted from the input data. </a:t>
            </a:r>
          </a:p>
          <a:p>
            <a:pPr marL="342900" indent="-228600">
              <a:lnSpc>
                <a:spcPct val="90000"/>
              </a:lnSpc>
              <a:spcAft>
                <a:spcPts val="600"/>
              </a:spcAft>
              <a:buSzPct val="113000"/>
              <a:buFont typeface="Arial" panose="020B0604020202020204" pitchFamily="34" charset="0"/>
              <a:buChar char="•"/>
            </a:pPr>
            <a:endParaRPr lang="en-US" sz="1900"/>
          </a:p>
          <a:p>
            <a:pPr marL="342900" indent="-228600">
              <a:lnSpc>
                <a:spcPct val="90000"/>
              </a:lnSpc>
              <a:spcAft>
                <a:spcPts val="600"/>
              </a:spcAft>
              <a:buSzPct val="113000"/>
              <a:buFont typeface="Arial" panose="020B0604020202020204" pitchFamily="34" charset="0"/>
              <a:buChar char="•"/>
            </a:pPr>
            <a:r>
              <a:rPr lang="en-US" sz="1900" i="0">
                <a:effectLst/>
              </a:rPr>
              <a:t>A model represents what was learned by a machine learning algorithm. </a:t>
            </a:r>
          </a:p>
          <a:p>
            <a:pPr marL="342900" indent="-228600">
              <a:lnSpc>
                <a:spcPct val="90000"/>
              </a:lnSpc>
              <a:spcAft>
                <a:spcPts val="600"/>
              </a:spcAft>
              <a:buSzPct val="113000"/>
              <a:buFont typeface="Arial" panose="020B0604020202020204" pitchFamily="34" charset="0"/>
              <a:buChar char="•"/>
            </a:pPr>
            <a:endParaRPr lang="en-US" sz="1900"/>
          </a:p>
          <a:p>
            <a:pPr marL="342900" indent="-228600">
              <a:lnSpc>
                <a:spcPct val="90000"/>
              </a:lnSpc>
              <a:spcAft>
                <a:spcPts val="600"/>
              </a:spcAft>
              <a:buSzPct val="113000"/>
              <a:buFont typeface="Arial" panose="020B0604020202020204" pitchFamily="34" charset="0"/>
              <a:buChar char="•"/>
            </a:pPr>
            <a:r>
              <a:rPr lang="en-US" sz="1900" i="0">
                <a:effectLst/>
              </a:rPr>
              <a:t>The model is the “thing” that is saved after running a machine learning algorithm on training data and represents the rules, numbers, and any other algorithm-specific data structures required to make predictions.</a:t>
            </a:r>
            <a:endParaRPr lang="en-US" sz="1900"/>
          </a:p>
          <a:p>
            <a:pPr marL="342900" indent="-228600">
              <a:lnSpc>
                <a:spcPct val="90000"/>
              </a:lnSpc>
              <a:spcAft>
                <a:spcPts val="600"/>
              </a:spcAft>
              <a:buSzPct val="113000"/>
              <a:buFont typeface="Arial" panose="020B0604020202020204" pitchFamily="34" charset="0"/>
              <a:buChar char="•"/>
            </a:pPr>
            <a:endParaRPr lang="en-US" sz="1900"/>
          </a:p>
        </p:txBody>
      </p:sp>
    </p:spTree>
    <p:extLst>
      <p:ext uri="{BB962C8B-B14F-4D97-AF65-F5344CB8AC3E}">
        <p14:creationId xmlns:p14="http://schemas.microsoft.com/office/powerpoint/2010/main" val="3247446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 name="Diagram 1">
            <a:extLst>
              <a:ext uri="{FF2B5EF4-FFF2-40B4-BE49-F238E27FC236}">
                <a16:creationId xmlns:a16="http://schemas.microsoft.com/office/drawing/2014/main" id="{C6A5400A-0EEF-48D0-AF99-172CBEB61070}"/>
              </a:ext>
            </a:extLst>
          </p:cNvPr>
          <p:cNvGraphicFramePr/>
          <p:nvPr>
            <p:extLst>
              <p:ext uri="{D42A27DB-BD31-4B8C-83A1-F6EECF244321}">
                <p14:modId xmlns:p14="http://schemas.microsoft.com/office/powerpoint/2010/main" val="192077977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Plus 3">
            <a:extLst>
              <a:ext uri="{FF2B5EF4-FFF2-40B4-BE49-F238E27FC236}">
                <a16:creationId xmlns:a16="http://schemas.microsoft.com/office/drawing/2014/main" id="{A4661205-089C-A56C-D9A3-5C8B8E9C4138}"/>
              </a:ext>
            </a:extLst>
          </p:cNvPr>
          <p:cNvSpPr/>
          <p:nvPr/>
        </p:nvSpPr>
        <p:spPr>
          <a:xfrm>
            <a:off x="3468029" y="2825766"/>
            <a:ext cx="1360448" cy="1489756"/>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Equals 4">
            <a:extLst>
              <a:ext uri="{FF2B5EF4-FFF2-40B4-BE49-F238E27FC236}">
                <a16:creationId xmlns:a16="http://schemas.microsoft.com/office/drawing/2014/main" id="{545DAC66-57B5-9339-503B-1F6970181B4E}"/>
              </a:ext>
            </a:extLst>
          </p:cNvPr>
          <p:cNvSpPr/>
          <p:nvPr/>
        </p:nvSpPr>
        <p:spPr>
          <a:xfrm>
            <a:off x="7326351" y="3166946"/>
            <a:ext cx="1471961" cy="936703"/>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93774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Diagram 1">
            <a:extLst>
              <a:ext uri="{FF2B5EF4-FFF2-40B4-BE49-F238E27FC236}">
                <a16:creationId xmlns:a16="http://schemas.microsoft.com/office/drawing/2014/main" id="{BEB7E2AE-E1D7-4AF7-8E9F-FBDD102F2F91}"/>
              </a:ext>
            </a:extLst>
          </p:cNvPr>
          <p:cNvGraphicFramePr/>
          <p:nvPr>
            <p:extLst>
              <p:ext uri="{D42A27DB-BD31-4B8C-83A1-F6EECF244321}">
                <p14:modId xmlns:p14="http://schemas.microsoft.com/office/powerpoint/2010/main" val="4129691720"/>
              </p:ext>
            </p:extLst>
          </p:nvPr>
        </p:nvGraphicFramePr>
        <p:xfrm>
          <a:off x="497840" y="640080"/>
          <a:ext cx="11419840" cy="59232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lowchart: Document 2">
            <a:extLst>
              <a:ext uri="{FF2B5EF4-FFF2-40B4-BE49-F238E27FC236}">
                <a16:creationId xmlns:a16="http://schemas.microsoft.com/office/drawing/2014/main" id="{3E2E84A8-BDE2-4E45-8981-CBB6CB336C91}"/>
              </a:ext>
            </a:extLst>
          </p:cNvPr>
          <p:cNvSpPr/>
          <p:nvPr/>
        </p:nvSpPr>
        <p:spPr>
          <a:xfrm>
            <a:off x="0" y="0"/>
            <a:ext cx="5130800" cy="2839720"/>
          </a:xfrm>
          <a:prstGeom prst="flowChartDocument">
            <a:avLst/>
          </a:prstGeom>
          <a:solidFill>
            <a:srgbClr val="333F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IN" sz="6600" dirty="0">
                <a:latin typeface="Comic Sans MS" panose="030F0702030302020204" pitchFamily="66" charset="0"/>
              </a:rPr>
              <a:t>Steps in ML</a:t>
            </a:r>
            <a:endParaRPr lang="en-IN" sz="6600">
              <a:latin typeface="Comic Sans MS" panose="030F0702030302020204" pitchFamily="66" charset="0"/>
            </a:endParaRPr>
          </a:p>
        </p:txBody>
      </p:sp>
    </p:spTree>
    <p:extLst>
      <p:ext uri="{BB962C8B-B14F-4D97-AF65-F5344CB8AC3E}">
        <p14:creationId xmlns:p14="http://schemas.microsoft.com/office/powerpoint/2010/main" val="11895582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sp>
        <p:nvSpPr>
          <p:cNvPr id="2" name="L-Shape 1">
            <a:extLst>
              <a:ext uri="{FF2B5EF4-FFF2-40B4-BE49-F238E27FC236}">
                <a16:creationId xmlns:a16="http://schemas.microsoft.com/office/drawing/2014/main" id="{AFEE44DE-922F-48AE-953A-B3F9D2E2701D}"/>
              </a:ext>
            </a:extLst>
          </p:cNvPr>
          <p:cNvSpPr/>
          <p:nvPr/>
        </p:nvSpPr>
        <p:spPr>
          <a:xfrm rot="5400000">
            <a:off x="1279249" y="131169"/>
            <a:ext cx="1855970" cy="3042971"/>
          </a:xfrm>
          <a:prstGeom prst="corner">
            <a:avLst>
              <a:gd name="adj1" fmla="val 16120"/>
              <a:gd name="adj2" fmla="val 16110"/>
            </a:avLst>
          </a:pr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5" name="TextBox 4">
            <a:extLst>
              <a:ext uri="{FF2B5EF4-FFF2-40B4-BE49-F238E27FC236}">
                <a16:creationId xmlns:a16="http://schemas.microsoft.com/office/drawing/2014/main" id="{20CCF978-527F-47C9-A975-118551A17B8A}"/>
              </a:ext>
            </a:extLst>
          </p:cNvPr>
          <p:cNvSpPr txBox="1"/>
          <p:nvPr/>
        </p:nvSpPr>
        <p:spPr>
          <a:xfrm>
            <a:off x="1168400" y="1307214"/>
            <a:ext cx="3042972" cy="1200329"/>
          </a:xfrm>
          <a:prstGeom prst="rect">
            <a:avLst/>
          </a:prstGeom>
          <a:noFill/>
        </p:spPr>
        <p:txBody>
          <a:bodyPr wrap="square">
            <a:spAutoFit/>
          </a:bodyPr>
          <a:lstStyle/>
          <a:p>
            <a:pPr lvl="0"/>
            <a:r>
              <a:rPr lang="en-IN" sz="3600" dirty="0">
                <a:latin typeface="Comic Sans MS" panose="030F0702030302020204" pitchFamily="66" charset="0"/>
              </a:rPr>
              <a:t>1. Data collection</a:t>
            </a:r>
          </a:p>
        </p:txBody>
      </p:sp>
      <p:sp>
        <p:nvSpPr>
          <p:cNvPr id="6" name="TextBox 5">
            <a:extLst>
              <a:ext uri="{FF2B5EF4-FFF2-40B4-BE49-F238E27FC236}">
                <a16:creationId xmlns:a16="http://schemas.microsoft.com/office/drawing/2014/main" id="{4DCC6E83-99BD-463B-845A-01C1525B2E34}"/>
              </a:ext>
            </a:extLst>
          </p:cNvPr>
          <p:cNvSpPr txBox="1"/>
          <p:nvPr/>
        </p:nvSpPr>
        <p:spPr>
          <a:xfrm>
            <a:off x="4976038" y="1174188"/>
            <a:ext cx="5858540" cy="4893647"/>
          </a:xfrm>
          <a:prstGeom prst="rect">
            <a:avLst/>
          </a:prstGeom>
          <a:noFill/>
        </p:spPr>
        <p:txBody>
          <a:bodyPr wrap="square" rtlCol="0">
            <a:spAutoFit/>
          </a:bodyPr>
          <a:lstStyle/>
          <a:p>
            <a:pPr algn="just"/>
            <a:r>
              <a:rPr lang="en-US" sz="2400" i="0" dirty="0">
                <a:solidFill>
                  <a:srgbClr val="202124"/>
                </a:solidFill>
                <a:effectLst/>
                <a:latin typeface="Comic Sans MS" panose="030F0702030302020204" pitchFamily="66" charset="0"/>
              </a:rPr>
              <a:t>Data collection is the process of gathering and measuring information from countless different sources.</a:t>
            </a:r>
          </a:p>
          <a:p>
            <a:pPr algn="just"/>
            <a:endParaRPr lang="en-US" sz="2400" i="0" dirty="0">
              <a:solidFill>
                <a:srgbClr val="202124"/>
              </a:solidFill>
              <a:effectLst/>
              <a:latin typeface="Comic Sans MS" panose="030F0702030302020204" pitchFamily="66" charset="0"/>
            </a:endParaRPr>
          </a:p>
          <a:p>
            <a:pPr algn="just"/>
            <a:r>
              <a:rPr lang="en-US" sz="2400" i="0" dirty="0">
                <a:solidFill>
                  <a:srgbClr val="222222"/>
                </a:solidFill>
                <a:effectLst/>
                <a:latin typeface="Comic Sans MS" panose="030F0702030302020204" pitchFamily="66" charset="0"/>
              </a:rPr>
              <a:t>This is a critical first step that involves gathering data from various sources such as databases, files, and external repositories. </a:t>
            </a:r>
          </a:p>
          <a:p>
            <a:pPr algn="just"/>
            <a:endParaRPr lang="en-US" sz="2400" dirty="0">
              <a:solidFill>
                <a:srgbClr val="222222"/>
              </a:solidFill>
              <a:latin typeface="Comic Sans MS" panose="030F0702030302020204" pitchFamily="66" charset="0"/>
            </a:endParaRPr>
          </a:p>
          <a:p>
            <a:pPr algn="just"/>
            <a:r>
              <a:rPr lang="en-US" sz="2400" i="0" dirty="0">
                <a:solidFill>
                  <a:srgbClr val="222222"/>
                </a:solidFill>
                <a:effectLst/>
                <a:latin typeface="Comic Sans MS" panose="030F0702030302020204" pitchFamily="66" charset="0"/>
              </a:rPr>
              <a:t>Before starting the data collection process, it’s important to articulate the problem you want to solve </a:t>
            </a:r>
            <a:r>
              <a:rPr lang="en-US" sz="2400" b="0" i="0" dirty="0">
                <a:solidFill>
                  <a:srgbClr val="222222"/>
                </a:solidFill>
                <a:effectLst/>
                <a:latin typeface="Comic Sans MS" panose="030F0702030302020204" pitchFamily="66" charset="0"/>
              </a:rPr>
              <a:t>with an ML model. </a:t>
            </a:r>
            <a:endParaRPr lang="en-IN" sz="2400" dirty="0">
              <a:latin typeface="Comic Sans MS" panose="030F0702030302020204" pitchFamily="66" charset="0"/>
            </a:endParaRPr>
          </a:p>
        </p:txBody>
      </p:sp>
    </p:spTree>
    <p:extLst>
      <p:ext uri="{BB962C8B-B14F-4D97-AF65-F5344CB8AC3E}">
        <p14:creationId xmlns:p14="http://schemas.microsoft.com/office/powerpoint/2010/main" val="334470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sp>
        <p:nvSpPr>
          <p:cNvPr id="2" name="L-Shape 1">
            <a:extLst>
              <a:ext uri="{FF2B5EF4-FFF2-40B4-BE49-F238E27FC236}">
                <a16:creationId xmlns:a16="http://schemas.microsoft.com/office/drawing/2014/main" id="{AFEE44DE-922F-48AE-953A-B3F9D2E2701D}"/>
              </a:ext>
            </a:extLst>
          </p:cNvPr>
          <p:cNvSpPr/>
          <p:nvPr/>
        </p:nvSpPr>
        <p:spPr>
          <a:xfrm rot="5400000">
            <a:off x="1279249" y="131169"/>
            <a:ext cx="1855970" cy="3042971"/>
          </a:xfrm>
          <a:prstGeom prst="corner">
            <a:avLst>
              <a:gd name="adj1" fmla="val 16120"/>
              <a:gd name="adj2" fmla="val 16110"/>
            </a:avLst>
          </a:prstGeom>
          <a:solidFill>
            <a:srgbClr val="B09151"/>
          </a:solidFill>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5" name="TextBox 4">
            <a:extLst>
              <a:ext uri="{FF2B5EF4-FFF2-40B4-BE49-F238E27FC236}">
                <a16:creationId xmlns:a16="http://schemas.microsoft.com/office/drawing/2014/main" id="{20CCF978-527F-47C9-A975-118551A17B8A}"/>
              </a:ext>
            </a:extLst>
          </p:cNvPr>
          <p:cNvSpPr txBox="1"/>
          <p:nvPr/>
        </p:nvSpPr>
        <p:spPr>
          <a:xfrm>
            <a:off x="1168400" y="1307214"/>
            <a:ext cx="3042972" cy="1200329"/>
          </a:xfrm>
          <a:prstGeom prst="rect">
            <a:avLst/>
          </a:prstGeom>
          <a:noFill/>
        </p:spPr>
        <p:txBody>
          <a:bodyPr wrap="square">
            <a:spAutoFit/>
          </a:bodyPr>
          <a:lstStyle/>
          <a:p>
            <a:pPr lvl="0"/>
            <a:r>
              <a:rPr lang="en-IN" sz="3600" dirty="0">
                <a:latin typeface="Comic Sans MS" panose="030F0702030302020204" pitchFamily="66" charset="0"/>
              </a:rPr>
              <a:t>2. Data Preparation</a:t>
            </a:r>
          </a:p>
        </p:txBody>
      </p:sp>
      <p:sp>
        <p:nvSpPr>
          <p:cNvPr id="3" name="TextBox 2">
            <a:extLst>
              <a:ext uri="{FF2B5EF4-FFF2-40B4-BE49-F238E27FC236}">
                <a16:creationId xmlns:a16="http://schemas.microsoft.com/office/drawing/2014/main" id="{06DEE34A-2798-4C5C-950C-730B80356FBC}"/>
              </a:ext>
            </a:extLst>
          </p:cNvPr>
          <p:cNvSpPr txBox="1"/>
          <p:nvPr/>
        </p:nvSpPr>
        <p:spPr>
          <a:xfrm>
            <a:off x="4211372" y="552892"/>
            <a:ext cx="7347098" cy="6001643"/>
          </a:xfrm>
          <a:prstGeom prst="rect">
            <a:avLst/>
          </a:prstGeom>
          <a:noFill/>
        </p:spPr>
        <p:txBody>
          <a:bodyPr wrap="square" rtlCol="0">
            <a:spAutoFit/>
          </a:bodyPr>
          <a:lstStyle/>
          <a:p>
            <a:pPr algn="just"/>
            <a:r>
              <a:rPr lang="en-US" sz="2400" i="1" dirty="0">
                <a:effectLst/>
                <a:latin typeface="Comic Sans MS" panose="030F0702030302020204" pitchFamily="66" charset="0"/>
              </a:rPr>
              <a:t>Data </a:t>
            </a:r>
            <a:r>
              <a:rPr lang="en-US" sz="2400" i="0" dirty="0">
                <a:effectLst/>
                <a:latin typeface="Comic Sans MS" panose="030F0702030302020204" pitchFamily="66" charset="0"/>
              </a:rPr>
              <a:t>preparation/</a:t>
            </a:r>
            <a:r>
              <a:rPr lang="en-US" sz="2400" i="1" dirty="0">
                <a:effectLst/>
                <a:latin typeface="Comic Sans MS" panose="030F0702030302020204" pitchFamily="66" charset="0"/>
              </a:rPr>
              <a:t>pre-processing techniques generally refer to the addition, deletion, or transformation of training set data.</a:t>
            </a:r>
          </a:p>
          <a:p>
            <a:pPr algn="just"/>
            <a:endParaRPr lang="en-US" sz="2400" i="1" dirty="0">
              <a:latin typeface="Comic Sans MS" panose="030F0702030302020204" pitchFamily="66" charset="0"/>
            </a:endParaRPr>
          </a:p>
          <a:p>
            <a:pPr algn="just"/>
            <a:r>
              <a:rPr lang="en-US" sz="2400" i="0" dirty="0">
                <a:effectLst/>
                <a:latin typeface="Comic Sans MS" panose="030F0702030302020204" pitchFamily="66" charset="0"/>
              </a:rPr>
              <a:t>Since the collected data may be in an undesired format, unorganized, or extremely large, further steps are needed to enhance its quality. The three common steps for preprocessing data are formatting, cleaning, and sampling.</a:t>
            </a:r>
            <a:endParaRPr lang="en-US" sz="2400" i="1" dirty="0">
              <a:effectLst/>
              <a:latin typeface="Comic Sans MS" panose="030F0702030302020204" pitchFamily="66" charset="0"/>
            </a:endParaRPr>
          </a:p>
          <a:p>
            <a:pPr algn="just"/>
            <a:endParaRPr lang="en-US" sz="2400" i="1" dirty="0">
              <a:effectLst/>
              <a:latin typeface="Comic Sans MS" panose="030F0702030302020204" pitchFamily="66" charset="0"/>
            </a:endParaRPr>
          </a:p>
          <a:p>
            <a:pPr algn="just"/>
            <a:r>
              <a:rPr lang="en-US" sz="2400" i="0" dirty="0">
                <a:effectLst/>
                <a:latin typeface="Comic Sans MS" panose="030F0702030302020204" pitchFamily="66" charset="0"/>
              </a:rPr>
              <a:t>Data preparation (also referred to as “data preprocessing”) is the process of transforming raw data so that data scientists and analysts can run it through machine learning algorithms to uncover insights or make predictions.</a:t>
            </a:r>
            <a:endParaRPr lang="en-IN" sz="2400" dirty="0">
              <a:latin typeface="Comic Sans MS" panose="030F0702030302020204" pitchFamily="66" charset="0"/>
            </a:endParaRPr>
          </a:p>
        </p:txBody>
      </p:sp>
    </p:spTree>
    <p:extLst>
      <p:ext uri="{BB962C8B-B14F-4D97-AF65-F5344CB8AC3E}">
        <p14:creationId xmlns:p14="http://schemas.microsoft.com/office/powerpoint/2010/main" val="3429513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sp>
        <p:nvSpPr>
          <p:cNvPr id="2" name="L-Shape 1">
            <a:extLst>
              <a:ext uri="{FF2B5EF4-FFF2-40B4-BE49-F238E27FC236}">
                <a16:creationId xmlns:a16="http://schemas.microsoft.com/office/drawing/2014/main" id="{AFEE44DE-922F-48AE-953A-B3F9D2E2701D}"/>
              </a:ext>
            </a:extLst>
          </p:cNvPr>
          <p:cNvSpPr/>
          <p:nvPr/>
        </p:nvSpPr>
        <p:spPr>
          <a:xfrm rot="5400000">
            <a:off x="1279249" y="131169"/>
            <a:ext cx="1855970" cy="3042971"/>
          </a:xfrm>
          <a:prstGeom prst="corner">
            <a:avLst>
              <a:gd name="adj1" fmla="val 16120"/>
              <a:gd name="adj2" fmla="val 16110"/>
            </a:avLst>
          </a:prstGeom>
          <a:solidFill>
            <a:srgbClr val="AC770D"/>
          </a:solidFill>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5" name="TextBox 4">
            <a:extLst>
              <a:ext uri="{FF2B5EF4-FFF2-40B4-BE49-F238E27FC236}">
                <a16:creationId xmlns:a16="http://schemas.microsoft.com/office/drawing/2014/main" id="{20CCF978-527F-47C9-A975-118551A17B8A}"/>
              </a:ext>
            </a:extLst>
          </p:cNvPr>
          <p:cNvSpPr txBox="1"/>
          <p:nvPr/>
        </p:nvSpPr>
        <p:spPr>
          <a:xfrm>
            <a:off x="1168400" y="1307214"/>
            <a:ext cx="3042972" cy="1200329"/>
          </a:xfrm>
          <a:prstGeom prst="rect">
            <a:avLst/>
          </a:prstGeom>
          <a:noFill/>
        </p:spPr>
        <p:txBody>
          <a:bodyPr wrap="square">
            <a:spAutoFit/>
          </a:bodyPr>
          <a:lstStyle/>
          <a:p>
            <a:pPr lvl="0"/>
            <a:r>
              <a:rPr lang="en-IN" sz="3600" dirty="0">
                <a:latin typeface="Comic Sans MS" panose="030F0702030302020204" pitchFamily="66" charset="0"/>
              </a:rPr>
              <a:t>3. Choose a ML model</a:t>
            </a:r>
          </a:p>
        </p:txBody>
      </p:sp>
      <p:sp>
        <p:nvSpPr>
          <p:cNvPr id="3" name="TextBox 2">
            <a:extLst>
              <a:ext uri="{FF2B5EF4-FFF2-40B4-BE49-F238E27FC236}">
                <a16:creationId xmlns:a16="http://schemas.microsoft.com/office/drawing/2014/main" id="{89030ADE-EB50-42F5-92C0-36224BB2E9BD}"/>
              </a:ext>
            </a:extLst>
          </p:cNvPr>
          <p:cNvSpPr txBox="1"/>
          <p:nvPr/>
        </p:nvSpPr>
        <p:spPr>
          <a:xfrm>
            <a:off x="4945483" y="1443207"/>
            <a:ext cx="6070294" cy="4524315"/>
          </a:xfrm>
          <a:prstGeom prst="rect">
            <a:avLst/>
          </a:prstGeom>
          <a:noFill/>
        </p:spPr>
        <p:txBody>
          <a:bodyPr wrap="square" rtlCol="0">
            <a:spAutoFit/>
          </a:bodyPr>
          <a:lstStyle/>
          <a:p>
            <a:pPr algn="just"/>
            <a:r>
              <a:rPr lang="en-US" sz="2400" dirty="0">
                <a:solidFill>
                  <a:srgbClr val="111111"/>
                </a:solidFill>
                <a:latin typeface="Comic Sans MS" panose="030F0702030302020204" pitchFamily="66" charset="0"/>
              </a:rPr>
              <a:t>For different purpose, different ML models are available. So it depends on the need that which ML model must be selected.</a:t>
            </a:r>
          </a:p>
          <a:p>
            <a:pPr algn="just"/>
            <a:endParaRPr lang="en-US" sz="2400" dirty="0">
              <a:solidFill>
                <a:srgbClr val="111111"/>
              </a:solidFill>
              <a:latin typeface="Comic Sans MS" panose="030F0702030302020204" pitchFamily="66" charset="0"/>
            </a:endParaRPr>
          </a:p>
          <a:p>
            <a:pPr algn="just"/>
            <a:r>
              <a:rPr lang="en-US" sz="2400" dirty="0">
                <a:solidFill>
                  <a:srgbClr val="111111"/>
                </a:solidFill>
                <a:latin typeface="Comic Sans MS" panose="030F0702030302020204" pitchFamily="66" charset="0"/>
              </a:rPr>
              <a:t>The choice of ML model to be selected depends </a:t>
            </a:r>
            <a:r>
              <a:rPr lang="en-US" sz="2400" b="0" i="0" dirty="0">
                <a:solidFill>
                  <a:srgbClr val="111111"/>
                </a:solidFill>
                <a:effectLst/>
                <a:latin typeface="Comic Sans MS" panose="030F0702030302020204" pitchFamily="66" charset="0"/>
              </a:rPr>
              <a:t>on many factors like the problem statement and the kind of output you want, type and size of the data, the available computational time, number of features, and observations in the data, etc.</a:t>
            </a:r>
            <a:endParaRPr lang="en-IN" sz="2400" dirty="0">
              <a:latin typeface="Comic Sans MS" panose="030F0702030302020204" pitchFamily="66" charset="0"/>
            </a:endParaRPr>
          </a:p>
        </p:txBody>
      </p:sp>
    </p:spTree>
    <p:extLst>
      <p:ext uri="{BB962C8B-B14F-4D97-AF65-F5344CB8AC3E}">
        <p14:creationId xmlns:p14="http://schemas.microsoft.com/office/powerpoint/2010/main" val="3971995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sp>
        <p:nvSpPr>
          <p:cNvPr id="2" name="L-Shape 1">
            <a:extLst>
              <a:ext uri="{FF2B5EF4-FFF2-40B4-BE49-F238E27FC236}">
                <a16:creationId xmlns:a16="http://schemas.microsoft.com/office/drawing/2014/main" id="{AFEE44DE-922F-48AE-953A-B3F9D2E2701D}"/>
              </a:ext>
            </a:extLst>
          </p:cNvPr>
          <p:cNvSpPr/>
          <p:nvPr/>
        </p:nvSpPr>
        <p:spPr>
          <a:xfrm rot="5400000">
            <a:off x="1269089" y="171809"/>
            <a:ext cx="1855970" cy="3042971"/>
          </a:xfrm>
          <a:prstGeom prst="corner">
            <a:avLst>
              <a:gd name="adj1" fmla="val 16120"/>
              <a:gd name="adj2" fmla="val 16110"/>
            </a:avLst>
          </a:prstGeom>
          <a:solidFill>
            <a:srgbClr val="AD6300"/>
          </a:solidFill>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5" name="TextBox 4">
            <a:extLst>
              <a:ext uri="{FF2B5EF4-FFF2-40B4-BE49-F238E27FC236}">
                <a16:creationId xmlns:a16="http://schemas.microsoft.com/office/drawing/2014/main" id="{20CCF978-527F-47C9-A975-118551A17B8A}"/>
              </a:ext>
            </a:extLst>
          </p:cNvPr>
          <p:cNvSpPr txBox="1"/>
          <p:nvPr/>
        </p:nvSpPr>
        <p:spPr>
          <a:xfrm>
            <a:off x="1168400" y="1307214"/>
            <a:ext cx="3042972" cy="1200329"/>
          </a:xfrm>
          <a:prstGeom prst="rect">
            <a:avLst/>
          </a:prstGeom>
          <a:noFill/>
        </p:spPr>
        <p:txBody>
          <a:bodyPr wrap="square">
            <a:spAutoFit/>
          </a:bodyPr>
          <a:lstStyle/>
          <a:p>
            <a:pPr lvl="0"/>
            <a:r>
              <a:rPr lang="en-IN" sz="3600" dirty="0">
                <a:latin typeface="Comic Sans MS" panose="030F0702030302020204" pitchFamily="66" charset="0"/>
              </a:rPr>
              <a:t>4. Train the model</a:t>
            </a:r>
          </a:p>
        </p:txBody>
      </p:sp>
      <p:sp>
        <p:nvSpPr>
          <p:cNvPr id="3" name="TextBox 2">
            <a:extLst>
              <a:ext uri="{FF2B5EF4-FFF2-40B4-BE49-F238E27FC236}">
                <a16:creationId xmlns:a16="http://schemas.microsoft.com/office/drawing/2014/main" id="{A3557FD5-4F9C-46F2-BC11-5FE8931FF6D0}"/>
              </a:ext>
            </a:extLst>
          </p:cNvPr>
          <p:cNvSpPr txBox="1"/>
          <p:nvPr/>
        </p:nvSpPr>
        <p:spPr>
          <a:xfrm>
            <a:off x="3551105" y="2088300"/>
            <a:ext cx="8402198" cy="4524315"/>
          </a:xfrm>
          <a:prstGeom prst="rect">
            <a:avLst/>
          </a:prstGeom>
          <a:noFill/>
        </p:spPr>
        <p:txBody>
          <a:bodyPr wrap="square" rtlCol="0">
            <a:spAutoFit/>
          </a:bodyPr>
          <a:lstStyle/>
          <a:p>
            <a:pPr algn="just"/>
            <a:r>
              <a:rPr lang="en-US" sz="2400" b="0" i="0" dirty="0">
                <a:solidFill>
                  <a:srgbClr val="16191F"/>
                </a:solidFill>
                <a:effectLst/>
                <a:latin typeface="Comic Sans MS" panose="030F0702030302020204" pitchFamily="66" charset="0"/>
              </a:rPr>
              <a:t>The process of training an ML model involves providing an ML algorithm (that is, the </a:t>
            </a:r>
            <a:r>
              <a:rPr lang="en-US" sz="2400" b="0" i="1" dirty="0">
                <a:solidFill>
                  <a:srgbClr val="16191F"/>
                </a:solidFill>
                <a:effectLst/>
                <a:latin typeface="Comic Sans MS" panose="030F0702030302020204" pitchFamily="66" charset="0"/>
              </a:rPr>
              <a:t>learning algorithm</a:t>
            </a:r>
            <a:r>
              <a:rPr lang="en-US" sz="2400" b="0" i="0" dirty="0">
                <a:solidFill>
                  <a:srgbClr val="16191F"/>
                </a:solidFill>
                <a:effectLst/>
                <a:latin typeface="Comic Sans MS" panose="030F0702030302020204" pitchFamily="66" charset="0"/>
              </a:rPr>
              <a:t>) with training data to learn from. </a:t>
            </a:r>
          </a:p>
          <a:p>
            <a:pPr algn="just"/>
            <a:endParaRPr lang="en-US" sz="2400" dirty="0">
              <a:solidFill>
                <a:srgbClr val="16191F"/>
              </a:solidFill>
              <a:latin typeface="Comic Sans MS" panose="030F0702030302020204" pitchFamily="66" charset="0"/>
            </a:endParaRPr>
          </a:p>
          <a:p>
            <a:pPr algn="just"/>
            <a:r>
              <a:rPr lang="en-US" sz="2400" dirty="0">
                <a:solidFill>
                  <a:srgbClr val="16191F"/>
                </a:solidFill>
                <a:latin typeface="Comic Sans MS" panose="030F0702030302020204" pitchFamily="66" charset="0"/>
              </a:rPr>
              <a:t>L</a:t>
            </a:r>
            <a:r>
              <a:rPr lang="en-US" sz="2400" b="0" i="0" dirty="0">
                <a:solidFill>
                  <a:srgbClr val="16191F"/>
                </a:solidFill>
                <a:effectLst/>
                <a:latin typeface="Comic Sans MS" panose="030F0702030302020204" pitchFamily="66" charset="0"/>
              </a:rPr>
              <a:t>et's say that you want to train an ML model to predict if an email is spam or not spam. </a:t>
            </a:r>
          </a:p>
          <a:p>
            <a:pPr algn="just"/>
            <a:r>
              <a:rPr lang="en-US" sz="2400" b="0" i="0" dirty="0">
                <a:solidFill>
                  <a:srgbClr val="16191F"/>
                </a:solidFill>
                <a:effectLst/>
                <a:latin typeface="Comic Sans MS" panose="030F0702030302020204" pitchFamily="66" charset="0"/>
              </a:rPr>
              <a:t>You would provide ML model with training data that contains emails for which you know the target (that is, a label that tells whether an email is spam or not spam). Then the model should be trained by using this data, resulting in a model that attempts to predict whether new email will be spam or not spam.</a:t>
            </a:r>
          </a:p>
        </p:txBody>
      </p:sp>
    </p:spTree>
    <p:extLst>
      <p:ext uri="{BB962C8B-B14F-4D97-AF65-F5344CB8AC3E}">
        <p14:creationId xmlns:p14="http://schemas.microsoft.com/office/powerpoint/2010/main" val="19703350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sp>
        <p:nvSpPr>
          <p:cNvPr id="2" name="L-Shape 1">
            <a:extLst>
              <a:ext uri="{FF2B5EF4-FFF2-40B4-BE49-F238E27FC236}">
                <a16:creationId xmlns:a16="http://schemas.microsoft.com/office/drawing/2014/main" id="{AFEE44DE-922F-48AE-953A-B3F9D2E2701D}"/>
              </a:ext>
            </a:extLst>
          </p:cNvPr>
          <p:cNvSpPr/>
          <p:nvPr/>
        </p:nvSpPr>
        <p:spPr>
          <a:xfrm rot="5400000">
            <a:off x="1279249" y="131169"/>
            <a:ext cx="1855970" cy="3042971"/>
          </a:xfrm>
          <a:prstGeom prst="corner">
            <a:avLst>
              <a:gd name="adj1" fmla="val 16120"/>
              <a:gd name="adj2" fmla="val 16110"/>
            </a:avLst>
          </a:prstGeom>
          <a:solidFill>
            <a:srgbClr val="AF5200"/>
          </a:solidFill>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5" name="TextBox 4">
            <a:extLst>
              <a:ext uri="{FF2B5EF4-FFF2-40B4-BE49-F238E27FC236}">
                <a16:creationId xmlns:a16="http://schemas.microsoft.com/office/drawing/2014/main" id="{20CCF978-527F-47C9-A975-118551A17B8A}"/>
              </a:ext>
            </a:extLst>
          </p:cNvPr>
          <p:cNvSpPr txBox="1"/>
          <p:nvPr/>
        </p:nvSpPr>
        <p:spPr>
          <a:xfrm>
            <a:off x="1168400" y="1307214"/>
            <a:ext cx="3042972" cy="1200329"/>
          </a:xfrm>
          <a:prstGeom prst="rect">
            <a:avLst/>
          </a:prstGeom>
          <a:noFill/>
        </p:spPr>
        <p:txBody>
          <a:bodyPr wrap="square">
            <a:spAutoFit/>
          </a:bodyPr>
          <a:lstStyle/>
          <a:p>
            <a:pPr lvl="0"/>
            <a:r>
              <a:rPr lang="en-IN" sz="3600" dirty="0">
                <a:latin typeface="Comic Sans MS" panose="030F0702030302020204" pitchFamily="66" charset="0"/>
              </a:rPr>
              <a:t>5. Evaluate the model</a:t>
            </a:r>
          </a:p>
        </p:txBody>
      </p:sp>
      <p:sp>
        <p:nvSpPr>
          <p:cNvPr id="3" name="TextBox 2">
            <a:extLst>
              <a:ext uri="{FF2B5EF4-FFF2-40B4-BE49-F238E27FC236}">
                <a16:creationId xmlns:a16="http://schemas.microsoft.com/office/drawing/2014/main" id="{AEBECD92-A37D-4A39-A95A-34AB673D59B1}"/>
              </a:ext>
            </a:extLst>
          </p:cNvPr>
          <p:cNvSpPr txBox="1"/>
          <p:nvPr/>
        </p:nvSpPr>
        <p:spPr>
          <a:xfrm>
            <a:off x="4185319" y="2291508"/>
            <a:ext cx="7590622" cy="3785652"/>
          </a:xfrm>
          <a:prstGeom prst="rect">
            <a:avLst/>
          </a:prstGeom>
          <a:noFill/>
        </p:spPr>
        <p:txBody>
          <a:bodyPr wrap="square" rtlCol="0">
            <a:spAutoFit/>
          </a:bodyPr>
          <a:lstStyle/>
          <a:p>
            <a:pPr algn="just"/>
            <a:r>
              <a:rPr lang="en-US" sz="2400" i="0" dirty="0">
                <a:solidFill>
                  <a:srgbClr val="212529"/>
                </a:solidFill>
                <a:effectLst/>
                <a:latin typeface="Comic Sans MS" panose="030F0702030302020204" pitchFamily="66" charset="0"/>
              </a:rPr>
              <a:t>Model evaluation is a method of assessing the correctness of models on test data. The test data consists of data points that have not been seen by the model before. </a:t>
            </a:r>
          </a:p>
          <a:p>
            <a:pPr algn="just"/>
            <a:endParaRPr lang="en-US" sz="2400" dirty="0">
              <a:solidFill>
                <a:srgbClr val="212529"/>
              </a:solidFill>
              <a:latin typeface="Comic Sans MS" panose="030F0702030302020204" pitchFamily="66" charset="0"/>
            </a:endParaRPr>
          </a:p>
          <a:p>
            <a:pPr algn="just"/>
            <a:r>
              <a:rPr lang="en-US" sz="2400" i="0" dirty="0">
                <a:solidFill>
                  <a:srgbClr val="000000"/>
                </a:solidFill>
                <a:effectLst/>
                <a:latin typeface="Comic Sans MS" panose="030F0702030302020204" pitchFamily="66" charset="0"/>
              </a:rPr>
              <a:t>There are two methods of evaluating models in data science, Hold-Out and Cross-Validation. </a:t>
            </a:r>
          </a:p>
          <a:p>
            <a:pPr algn="just"/>
            <a:r>
              <a:rPr lang="en-US" sz="2400" i="0" dirty="0">
                <a:solidFill>
                  <a:srgbClr val="000000"/>
                </a:solidFill>
                <a:effectLst/>
                <a:latin typeface="Comic Sans MS" panose="030F0702030302020204" pitchFamily="66" charset="0"/>
              </a:rPr>
              <a:t>To avoid overfitting, both methods use a test set (not seen by the model) to evaluate model performance.</a:t>
            </a:r>
            <a:endParaRPr lang="en-IN" sz="2400" dirty="0">
              <a:latin typeface="Comic Sans MS" panose="030F0702030302020204" pitchFamily="66" charset="0"/>
            </a:endParaRPr>
          </a:p>
        </p:txBody>
      </p:sp>
    </p:spTree>
    <p:extLst>
      <p:ext uri="{BB962C8B-B14F-4D97-AF65-F5344CB8AC3E}">
        <p14:creationId xmlns:p14="http://schemas.microsoft.com/office/powerpoint/2010/main" val="25585770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sp>
        <p:nvSpPr>
          <p:cNvPr id="2" name="L-Shape 1">
            <a:extLst>
              <a:ext uri="{FF2B5EF4-FFF2-40B4-BE49-F238E27FC236}">
                <a16:creationId xmlns:a16="http://schemas.microsoft.com/office/drawing/2014/main" id="{AFEE44DE-922F-48AE-953A-B3F9D2E2701D}"/>
              </a:ext>
            </a:extLst>
          </p:cNvPr>
          <p:cNvSpPr/>
          <p:nvPr/>
        </p:nvSpPr>
        <p:spPr>
          <a:xfrm rot="5400000">
            <a:off x="1279249" y="131169"/>
            <a:ext cx="1855970" cy="3042971"/>
          </a:xfrm>
          <a:prstGeom prst="corner">
            <a:avLst>
              <a:gd name="adj1" fmla="val 16120"/>
              <a:gd name="adj2" fmla="val 16110"/>
            </a:avLst>
          </a:prstGeom>
          <a:solidFill>
            <a:srgbClr val="B14300"/>
          </a:solidFill>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IN"/>
          </a:p>
        </p:txBody>
      </p:sp>
      <p:sp>
        <p:nvSpPr>
          <p:cNvPr id="5" name="TextBox 4">
            <a:extLst>
              <a:ext uri="{FF2B5EF4-FFF2-40B4-BE49-F238E27FC236}">
                <a16:creationId xmlns:a16="http://schemas.microsoft.com/office/drawing/2014/main" id="{20CCF978-527F-47C9-A975-118551A17B8A}"/>
              </a:ext>
            </a:extLst>
          </p:cNvPr>
          <p:cNvSpPr txBox="1"/>
          <p:nvPr/>
        </p:nvSpPr>
        <p:spPr>
          <a:xfrm>
            <a:off x="1168400" y="1307214"/>
            <a:ext cx="3042972" cy="1200329"/>
          </a:xfrm>
          <a:prstGeom prst="rect">
            <a:avLst/>
          </a:prstGeom>
          <a:noFill/>
        </p:spPr>
        <p:txBody>
          <a:bodyPr wrap="square">
            <a:spAutoFit/>
          </a:bodyPr>
          <a:lstStyle/>
          <a:p>
            <a:pPr lvl="0"/>
            <a:r>
              <a:rPr lang="en-IN" sz="3600" dirty="0">
                <a:latin typeface="Comic Sans MS" panose="030F0702030302020204" pitchFamily="66" charset="0"/>
              </a:rPr>
              <a:t>6. Parameter Tuning</a:t>
            </a:r>
          </a:p>
        </p:txBody>
      </p:sp>
      <p:sp>
        <p:nvSpPr>
          <p:cNvPr id="3" name="TextBox 2">
            <a:extLst>
              <a:ext uri="{FF2B5EF4-FFF2-40B4-BE49-F238E27FC236}">
                <a16:creationId xmlns:a16="http://schemas.microsoft.com/office/drawing/2014/main" id="{65B8F5C8-CA24-4DD1-BE1E-BB14737D3FB2}"/>
              </a:ext>
            </a:extLst>
          </p:cNvPr>
          <p:cNvSpPr txBox="1"/>
          <p:nvPr/>
        </p:nvSpPr>
        <p:spPr>
          <a:xfrm>
            <a:off x="4465994" y="804231"/>
            <a:ext cx="7432223" cy="5539978"/>
          </a:xfrm>
          <a:prstGeom prst="rect">
            <a:avLst/>
          </a:prstGeom>
          <a:noFill/>
        </p:spPr>
        <p:txBody>
          <a:bodyPr wrap="square" rtlCol="0">
            <a:spAutoFit/>
          </a:bodyPr>
          <a:lstStyle/>
          <a:p>
            <a:pPr algn="just"/>
            <a:endParaRPr lang="en-US" sz="2400" dirty="0">
              <a:solidFill>
                <a:srgbClr val="000000"/>
              </a:solidFill>
              <a:latin typeface="Comic Sans MS" panose="030F0702030302020204" pitchFamily="66" charset="0"/>
            </a:endParaRPr>
          </a:p>
          <a:p>
            <a:pPr algn="just"/>
            <a:r>
              <a:rPr lang="en-US" sz="2400" b="0" i="0" dirty="0">
                <a:solidFill>
                  <a:srgbClr val="000000"/>
                </a:solidFill>
                <a:effectLst/>
                <a:latin typeface="Comic Sans MS" panose="030F0702030302020204" pitchFamily="66" charset="0"/>
              </a:rPr>
              <a:t>Each model has its own sets of parameters that need to be tuned to get optimal output. </a:t>
            </a:r>
          </a:p>
          <a:p>
            <a:pPr algn="just"/>
            <a:endParaRPr lang="en-US" sz="2400" b="0" i="0" dirty="0">
              <a:solidFill>
                <a:srgbClr val="000000"/>
              </a:solidFill>
              <a:effectLst/>
              <a:latin typeface="Comic Sans MS" panose="030F0702030302020204" pitchFamily="66" charset="0"/>
            </a:endParaRPr>
          </a:p>
          <a:p>
            <a:pPr algn="just"/>
            <a:r>
              <a:rPr lang="en-US" sz="2400" b="0" i="0" dirty="0">
                <a:solidFill>
                  <a:srgbClr val="000000"/>
                </a:solidFill>
                <a:effectLst/>
                <a:latin typeface="Comic Sans MS" panose="030F0702030302020204" pitchFamily="66" charset="0"/>
              </a:rPr>
              <a:t>For every model, our goal is to minimize the error or say to have predictions as close as possible to actual values. This is one of the cores or say the major objective of hyperparameter tuning.</a:t>
            </a:r>
          </a:p>
          <a:p>
            <a:pPr algn="just"/>
            <a:endParaRPr lang="en-US" sz="2400" b="0" i="0" dirty="0">
              <a:solidFill>
                <a:srgbClr val="000000"/>
              </a:solidFill>
              <a:effectLst/>
              <a:latin typeface="Comic Sans MS" panose="030F0702030302020204" pitchFamily="66" charset="0"/>
            </a:endParaRPr>
          </a:p>
          <a:p>
            <a:pPr algn="just"/>
            <a:r>
              <a:rPr lang="en-US" sz="2400" b="0" i="0" dirty="0">
                <a:solidFill>
                  <a:srgbClr val="000000"/>
                </a:solidFill>
                <a:effectLst/>
                <a:latin typeface="Comic Sans MS" panose="030F0702030302020204" pitchFamily="66" charset="0"/>
              </a:rPr>
              <a:t>There are following three approaches to Hyperparameter tuning:</a:t>
            </a:r>
          </a:p>
          <a:p>
            <a:pPr algn="just">
              <a:buFont typeface="Arial" panose="020B0604020202020204" pitchFamily="34" charset="0"/>
              <a:buChar char="•"/>
            </a:pPr>
            <a:r>
              <a:rPr lang="en-US" sz="2400" b="0" i="0" dirty="0">
                <a:solidFill>
                  <a:srgbClr val="000000"/>
                </a:solidFill>
                <a:effectLst/>
                <a:latin typeface="Comic Sans MS" panose="030F0702030302020204" pitchFamily="66" charset="0"/>
              </a:rPr>
              <a:t>Manual Search</a:t>
            </a:r>
          </a:p>
          <a:p>
            <a:pPr algn="just">
              <a:buFont typeface="Arial" panose="020B0604020202020204" pitchFamily="34" charset="0"/>
              <a:buChar char="•"/>
            </a:pPr>
            <a:r>
              <a:rPr lang="en-US" sz="2400" b="0" i="0" dirty="0">
                <a:solidFill>
                  <a:srgbClr val="000000"/>
                </a:solidFill>
                <a:effectLst/>
                <a:latin typeface="Comic Sans MS" panose="030F0702030302020204" pitchFamily="66" charset="0"/>
              </a:rPr>
              <a:t>Random Search</a:t>
            </a:r>
          </a:p>
          <a:p>
            <a:pPr algn="just">
              <a:buFont typeface="Arial" panose="020B0604020202020204" pitchFamily="34" charset="0"/>
              <a:buChar char="•"/>
            </a:pPr>
            <a:r>
              <a:rPr lang="en-US" sz="2400" b="0" i="0" dirty="0">
                <a:solidFill>
                  <a:srgbClr val="000000"/>
                </a:solidFill>
                <a:effectLst/>
                <a:latin typeface="Comic Sans MS" panose="030F0702030302020204" pitchFamily="66" charset="0"/>
              </a:rPr>
              <a:t>Grid Search</a:t>
            </a:r>
          </a:p>
          <a:p>
            <a:endParaRPr lang="en-IN" dirty="0"/>
          </a:p>
        </p:txBody>
      </p:sp>
    </p:spTree>
    <p:extLst>
      <p:ext uri="{BB962C8B-B14F-4D97-AF65-F5344CB8AC3E}">
        <p14:creationId xmlns:p14="http://schemas.microsoft.com/office/powerpoint/2010/main" val="2719746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BE5D6"/>
        </a:solidFill>
        <a:effectLst/>
      </p:bgPr>
    </p:bg>
    <p:spTree>
      <p:nvGrpSpPr>
        <p:cNvPr id="1" name=""/>
        <p:cNvGrpSpPr/>
        <p:nvPr/>
      </p:nvGrpSpPr>
      <p:grpSpPr>
        <a:xfrm>
          <a:off x="0" y="0"/>
          <a:ext cx="0" cy="0"/>
          <a:chOff x="0" y="0"/>
          <a:chExt cx="0" cy="0"/>
        </a:xfrm>
      </p:grpSpPr>
      <p:sp>
        <p:nvSpPr>
          <p:cNvPr id="2" name="L-Shape 1">
            <a:extLst>
              <a:ext uri="{FF2B5EF4-FFF2-40B4-BE49-F238E27FC236}">
                <a16:creationId xmlns:a16="http://schemas.microsoft.com/office/drawing/2014/main" id="{AFEE44DE-922F-48AE-953A-B3F9D2E2701D}"/>
              </a:ext>
            </a:extLst>
          </p:cNvPr>
          <p:cNvSpPr/>
          <p:nvPr/>
        </p:nvSpPr>
        <p:spPr>
          <a:xfrm rot="5400000">
            <a:off x="1279249" y="131169"/>
            <a:ext cx="1855970" cy="3042971"/>
          </a:xfrm>
          <a:prstGeom prst="corner">
            <a:avLst>
              <a:gd name="adj1" fmla="val 16120"/>
              <a:gd name="adj2" fmla="val 16110"/>
            </a:avLst>
          </a:prstGeom>
          <a:solidFill>
            <a:srgbClr val="B43500"/>
          </a:solidFill>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5" name="TextBox 4">
            <a:extLst>
              <a:ext uri="{FF2B5EF4-FFF2-40B4-BE49-F238E27FC236}">
                <a16:creationId xmlns:a16="http://schemas.microsoft.com/office/drawing/2014/main" id="{20CCF978-527F-47C9-A975-118551A17B8A}"/>
              </a:ext>
            </a:extLst>
          </p:cNvPr>
          <p:cNvSpPr txBox="1"/>
          <p:nvPr/>
        </p:nvSpPr>
        <p:spPr>
          <a:xfrm>
            <a:off x="1168400" y="1307214"/>
            <a:ext cx="3042972" cy="1200329"/>
          </a:xfrm>
          <a:prstGeom prst="rect">
            <a:avLst/>
          </a:prstGeom>
          <a:noFill/>
        </p:spPr>
        <p:txBody>
          <a:bodyPr wrap="square">
            <a:spAutoFit/>
          </a:bodyPr>
          <a:lstStyle/>
          <a:p>
            <a:pPr lvl="0"/>
            <a:r>
              <a:rPr lang="en-IN" sz="3600" dirty="0">
                <a:latin typeface="Comic Sans MS" panose="030F0702030302020204" pitchFamily="66" charset="0"/>
              </a:rPr>
              <a:t>7. Make predictions </a:t>
            </a:r>
          </a:p>
        </p:txBody>
      </p:sp>
      <p:sp>
        <p:nvSpPr>
          <p:cNvPr id="3" name="TextBox 2">
            <a:extLst>
              <a:ext uri="{FF2B5EF4-FFF2-40B4-BE49-F238E27FC236}">
                <a16:creationId xmlns:a16="http://schemas.microsoft.com/office/drawing/2014/main" id="{499D91E0-1C0F-47F5-9EE1-6C2D63C80F00}"/>
              </a:ext>
            </a:extLst>
          </p:cNvPr>
          <p:cNvSpPr txBox="1"/>
          <p:nvPr/>
        </p:nvSpPr>
        <p:spPr>
          <a:xfrm>
            <a:off x="4247375" y="317044"/>
            <a:ext cx="7466509" cy="6740307"/>
          </a:xfrm>
          <a:prstGeom prst="rect">
            <a:avLst/>
          </a:prstGeom>
          <a:noFill/>
        </p:spPr>
        <p:txBody>
          <a:bodyPr wrap="square" rtlCol="0">
            <a:spAutoFit/>
          </a:bodyPr>
          <a:lstStyle/>
          <a:p>
            <a:pPr algn="just"/>
            <a:r>
              <a:rPr lang="en-US" sz="2400" b="0" i="0" dirty="0">
                <a:effectLst/>
                <a:latin typeface="Comic Sans MS" panose="030F0702030302020204" pitchFamily="66" charset="0"/>
              </a:rPr>
              <a:t>“Prediction” refers to the output of an </a:t>
            </a:r>
            <a:r>
              <a:rPr lang="en-US" sz="2400" b="0" i="0" u="none" strike="noStrike" dirty="0">
                <a:effectLst/>
                <a:latin typeface="Comic Sans MS" panose="030F0702030302020204" pitchFamily="66" charset="0"/>
              </a:rPr>
              <a:t>algorithm</a:t>
            </a:r>
            <a:r>
              <a:rPr lang="en-US" sz="2400" b="0" i="0" dirty="0">
                <a:effectLst/>
                <a:latin typeface="Comic Sans MS" panose="030F0702030302020204" pitchFamily="66" charset="0"/>
              </a:rPr>
              <a:t> after it has been </a:t>
            </a:r>
            <a:r>
              <a:rPr lang="en-US" sz="2400" b="0" i="0" u="none" strike="noStrike" dirty="0">
                <a:effectLst/>
                <a:latin typeface="Comic Sans MS" panose="030F0702030302020204" pitchFamily="66" charset="0"/>
              </a:rPr>
              <a:t>trained</a:t>
            </a:r>
            <a:r>
              <a:rPr lang="en-US" sz="2400" b="0" i="0" dirty="0">
                <a:effectLst/>
                <a:latin typeface="Comic Sans MS" panose="030F0702030302020204" pitchFamily="66" charset="0"/>
              </a:rPr>
              <a:t> on a historical dataset.</a:t>
            </a:r>
          </a:p>
          <a:p>
            <a:pPr algn="just"/>
            <a:endParaRPr lang="en-US" sz="2400" b="0" i="0" dirty="0">
              <a:effectLst/>
              <a:latin typeface="Comic Sans MS" panose="030F0702030302020204" pitchFamily="66" charset="0"/>
            </a:endParaRPr>
          </a:p>
          <a:p>
            <a:pPr algn="just"/>
            <a:r>
              <a:rPr lang="en-US" sz="2400" b="0" i="0" dirty="0">
                <a:solidFill>
                  <a:srgbClr val="222222"/>
                </a:solidFill>
                <a:effectLst/>
                <a:latin typeface="Comic Sans MS" panose="030F0702030302020204" pitchFamily="66" charset="0"/>
              </a:rPr>
              <a:t>Machine learning has two main goals: </a:t>
            </a:r>
          </a:p>
          <a:p>
            <a:pPr algn="just"/>
            <a:r>
              <a:rPr lang="en-US" sz="2400" b="0" i="1" dirty="0">
                <a:solidFill>
                  <a:srgbClr val="222222"/>
                </a:solidFill>
                <a:effectLst/>
                <a:latin typeface="Comic Sans MS" panose="030F0702030302020204" pitchFamily="66" charset="0"/>
              </a:rPr>
              <a:t>prediction</a:t>
            </a:r>
            <a:r>
              <a:rPr lang="en-US" sz="2400" b="0" i="0" dirty="0">
                <a:solidFill>
                  <a:srgbClr val="222222"/>
                </a:solidFill>
                <a:effectLst/>
                <a:latin typeface="Comic Sans MS" panose="030F0702030302020204" pitchFamily="66" charset="0"/>
              </a:rPr>
              <a:t> and </a:t>
            </a:r>
            <a:r>
              <a:rPr lang="en-US" sz="2400" b="0" i="1" dirty="0">
                <a:solidFill>
                  <a:srgbClr val="222222"/>
                </a:solidFill>
                <a:effectLst/>
                <a:latin typeface="Comic Sans MS" panose="030F0702030302020204" pitchFamily="66" charset="0"/>
              </a:rPr>
              <a:t>inference</a:t>
            </a:r>
            <a:r>
              <a:rPr lang="en-US" sz="2400" b="0" i="0" dirty="0">
                <a:solidFill>
                  <a:srgbClr val="222222"/>
                </a:solidFill>
                <a:effectLst/>
                <a:latin typeface="Comic Sans MS" panose="030F0702030302020204" pitchFamily="66" charset="0"/>
              </a:rPr>
              <a:t>.</a:t>
            </a:r>
          </a:p>
          <a:p>
            <a:pPr algn="just"/>
            <a:endParaRPr lang="en-US" sz="2400" b="0" i="0" dirty="0">
              <a:effectLst/>
              <a:latin typeface="Comic Sans MS" panose="030F0702030302020204" pitchFamily="66" charset="0"/>
            </a:endParaRPr>
          </a:p>
          <a:p>
            <a:pPr algn="just"/>
            <a:r>
              <a:rPr lang="en-US" sz="2400" b="0" i="0" dirty="0">
                <a:solidFill>
                  <a:srgbClr val="222222"/>
                </a:solidFill>
                <a:effectLst/>
                <a:latin typeface="Comic Sans MS" panose="030F0702030302020204" pitchFamily="66" charset="0"/>
              </a:rPr>
              <a:t>After you have a model, you can use that model to generate predictions which means to give your model the inputs it has never seen before and obtain the answer the model has predicted.</a:t>
            </a:r>
          </a:p>
          <a:p>
            <a:pPr algn="just"/>
            <a:endParaRPr lang="en-US" sz="2400" b="0" i="0" dirty="0">
              <a:effectLst/>
              <a:latin typeface="Comic Sans MS" panose="030F0702030302020204" pitchFamily="66" charset="0"/>
            </a:endParaRPr>
          </a:p>
          <a:p>
            <a:pPr algn="just"/>
            <a:r>
              <a:rPr lang="en-US" sz="2400" b="0" i="0" dirty="0">
                <a:solidFill>
                  <a:srgbClr val="222222"/>
                </a:solidFill>
                <a:effectLst/>
                <a:latin typeface="Comic Sans MS" panose="030F0702030302020204" pitchFamily="66" charset="0"/>
              </a:rPr>
              <a:t>In addition to making predictions on new data, you can use machine-learning models to better understand the relationships between the input features and the output target which is known as inference.</a:t>
            </a:r>
            <a:endParaRPr lang="en-US" sz="2400" b="0" i="0" dirty="0">
              <a:effectLst/>
              <a:latin typeface="Comic Sans MS" panose="030F0702030302020204" pitchFamily="66" charset="0"/>
            </a:endParaRPr>
          </a:p>
          <a:p>
            <a:pPr algn="just"/>
            <a:endParaRPr lang="en-IN" sz="2400" dirty="0">
              <a:latin typeface="Comic Sans MS" panose="030F0702030302020204" pitchFamily="66" charset="0"/>
            </a:endParaRPr>
          </a:p>
        </p:txBody>
      </p:sp>
    </p:spTree>
    <p:extLst>
      <p:ext uri="{BB962C8B-B14F-4D97-AF65-F5344CB8AC3E}">
        <p14:creationId xmlns:p14="http://schemas.microsoft.com/office/powerpoint/2010/main" val="39318027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82ABD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DEFD2C-2AA8-4E0E-A440-3F0A001FF203}"/>
              </a:ext>
            </a:extLst>
          </p:cNvPr>
          <p:cNvSpPr txBox="1"/>
          <p:nvPr/>
        </p:nvSpPr>
        <p:spPr>
          <a:xfrm>
            <a:off x="4924541" y="870332"/>
            <a:ext cx="6176691" cy="5786199"/>
          </a:xfrm>
          <a:prstGeom prst="rect">
            <a:avLst/>
          </a:prstGeom>
          <a:noFill/>
        </p:spPr>
        <p:txBody>
          <a:bodyPr wrap="none" rtlCol="0">
            <a:spAutoFit/>
          </a:bodyPr>
          <a:lstStyle/>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Traffic Alerts</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Social Media</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Transportation and Commuting</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Products Recommendations</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Virtual Personal Assistants</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Self Driving Cars</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Dynamic Pricing</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Google Translate</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Online Video Streaming</a:t>
            </a:r>
            <a:endParaRPr lang="en-IN" sz="3200" b="0" i="0" dirty="0">
              <a:solidFill>
                <a:srgbClr val="425268"/>
              </a:solidFill>
              <a:effectLst/>
              <a:latin typeface="Comic Sans MS" panose="030F0702030302020204" pitchFamily="66" charset="0"/>
            </a:endParaRPr>
          </a:p>
          <a:p>
            <a:pPr algn="l">
              <a:buFont typeface="Arial" panose="020B0604020202020204" pitchFamily="34" charset="0"/>
              <a:buChar char="•"/>
            </a:pPr>
            <a:r>
              <a:rPr lang="en-IN" sz="3200" b="0" i="0" u="none" strike="noStrike" dirty="0">
                <a:solidFill>
                  <a:srgbClr val="425268"/>
                </a:solidFill>
                <a:effectLst/>
                <a:latin typeface="Comic Sans MS" panose="030F0702030302020204" pitchFamily="66" charset="0"/>
              </a:rPr>
              <a:t>Fraud Detection</a:t>
            </a:r>
            <a:endParaRPr lang="en-IN" sz="3200" b="0" i="0" dirty="0">
              <a:solidFill>
                <a:srgbClr val="425268"/>
              </a:solidFill>
              <a:effectLst/>
              <a:latin typeface="Comic Sans MS" panose="030F0702030302020204" pitchFamily="66" charset="0"/>
            </a:endParaRPr>
          </a:p>
          <a:p>
            <a:pPr algn="l"/>
            <a:r>
              <a:rPr lang="en-IN" sz="3200" b="0" i="0" dirty="0">
                <a:solidFill>
                  <a:srgbClr val="425268"/>
                </a:solidFill>
                <a:effectLst/>
                <a:latin typeface="Comic Sans MS" panose="030F0702030302020204" pitchFamily="66" charset="0"/>
              </a:rPr>
              <a:t> </a:t>
            </a:r>
          </a:p>
          <a:p>
            <a:endParaRPr lang="en-IN" dirty="0"/>
          </a:p>
        </p:txBody>
      </p:sp>
      <p:sp>
        <p:nvSpPr>
          <p:cNvPr id="3" name="Flowchart: Off-page Connector 2">
            <a:extLst>
              <a:ext uri="{FF2B5EF4-FFF2-40B4-BE49-F238E27FC236}">
                <a16:creationId xmlns:a16="http://schemas.microsoft.com/office/drawing/2014/main" id="{F34B7B3C-4543-4870-9607-94BEBFC39B90}"/>
              </a:ext>
            </a:extLst>
          </p:cNvPr>
          <p:cNvSpPr/>
          <p:nvPr/>
        </p:nvSpPr>
        <p:spPr>
          <a:xfrm>
            <a:off x="528809" y="994272"/>
            <a:ext cx="3822853" cy="4869455"/>
          </a:xfrm>
          <a:prstGeom prst="flowChartOffpageConnector">
            <a:avLst/>
          </a:prstGeom>
          <a:solidFill>
            <a:srgbClr val="435269"/>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dirty="0">
                <a:latin typeface="Comic Sans MS" panose="030F0702030302020204" pitchFamily="66" charset="0"/>
              </a:rPr>
              <a:t>Applications </a:t>
            </a:r>
          </a:p>
          <a:p>
            <a:pPr algn="ctr"/>
            <a:r>
              <a:rPr lang="en-IN" sz="4400" dirty="0">
                <a:latin typeface="Comic Sans MS" panose="030F0702030302020204" pitchFamily="66" charset="0"/>
              </a:rPr>
              <a:t>Of</a:t>
            </a:r>
          </a:p>
          <a:p>
            <a:pPr algn="ctr"/>
            <a:r>
              <a:rPr lang="en-IN" sz="4400" dirty="0">
                <a:latin typeface="Comic Sans MS" panose="030F0702030302020204" pitchFamily="66" charset="0"/>
              </a:rPr>
              <a:t> ML</a:t>
            </a:r>
          </a:p>
        </p:txBody>
      </p:sp>
    </p:spTree>
    <p:extLst>
      <p:ext uri="{BB962C8B-B14F-4D97-AF65-F5344CB8AC3E}">
        <p14:creationId xmlns:p14="http://schemas.microsoft.com/office/powerpoint/2010/main" val="19959251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413</TotalTime>
  <Words>1621</Words>
  <Application>Microsoft Macintosh PowerPoint</Application>
  <PresentationFormat>Widescreen</PresentationFormat>
  <Paragraphs>188</Paragraphs>
  <Slides>35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NexusSans</vt:lpstr>
      <vt:lpstr>Arial</vt:lpstr>
      <vt:lpstr>Arial Black</vt:lpstr>
      <vt:lpstr>Book Antiqua</vt:lpstr>
      <vt:lpstr>Calibri</vt:lpstr>
      <vt:lpstr>Calibri Light</vt:lpstr>
      <vt:lpstr>Comic Sans MS</vt:lpstr>
      <vt:lpstr>Office Theme</vt:lpstr>
      <vt:lpstr>Machine Learning Basics. Working with datasets</vt:lpstr>
      <vt:lpstr>What is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Swati Tripathi</dc:creator>
  <cp:lastModifiedBy>Shakhnoza Muksimova</cp:lastModifiedBy>
  <cp:revision>36</cp:revision>
  <dcterms:created xsi:type="dcterms:W3CDTF">2021-05-12T05:09:40Z</dcterms:created>
  <dcterms:modified xsi:type="dcterms:W3CDTF">2025-10-30T01:07:27Z</dcterms:modified>
</cp:coreProperties>
</file>